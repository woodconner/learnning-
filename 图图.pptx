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5669"/>
    <a:srgbClr val="D3A5C7"/>
    <a:srgbClr val="5376AE"/>
    <a:srgbClr val="8C9E25"/>
    <a:srgbClr val="E7808A"/>
    <a:srgbClr val="FFFFFF"/>
    <a:srgbClr val="C01827"/>
    <a:srgbClr val="B0CAD7"/>
    <a:srgbClr val="F3C473"/>
    <a:srgbClr val="A94C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31" autoAdjust="0"/>
  </p:normalViewPr>
  <p:slideViewPr>
    <p:cSldViewPr snapToGrid="0" showGuides="1">
      <p:cViewPr>
        <p:scale>
          <a:sx n="100" d="100"/>
          <a:sy n="100" d="100"/>
        </p:scale>
        <p:origin x="756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04D47-3BB6-4FA3-8B96-0AB2CE7609E0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B05FF-CB02-4CA1-98DA-D8A3806D3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50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B05FF-CB02-4CA1-98DA-D8A3806D38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93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56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392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79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661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708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6743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72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54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34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2766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67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F9B05-24D4-42E0-B2D1-CE6559697C8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A70A4-F56E-48E0-9AF0-33E5EE950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0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连接符: 曲线 272">
            <a:extLst>
              <a:ext uri="{FF2B5EF4-FFF2-40B4-BE49-F238E27FC236}">
                <a16:creationId xmlns:a16="http://schemas.microsoft.com/office/drawing/2014/main" id="{61DB2D69-3263-5163-CBF9-83466FF2C16B}"/>
              </a:ext>
            </a:extLst>
          </p:cNvPr>
          <p:cNvCxnSpPr>
            <a:cxnSpLocks/>
            <a:endCxn id="274" idx="1"/>
          </p:cNvCxnSpPr>
          <p:nvPr/>
        </p:nvCxnSpPr>
        <p:spPr>
          <a:xfrm flipV="1">
            <a:off x="537916" y="487887"/>
            <a:ext cx="722880" cy="705467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74" name="流程图: 可选过程 273">
            <a:extLst>
              <a:ext uri="{FF2B5EF4-FFF2-40B4-BE49-F238E27FC236}">
                <a16:creationId xmlns:a16="http://schemas.microsoft.com/office/drawing/2014/main" id="{BAF400F0-B643-CA4B-462C-337F5BCAC91B}"/>
              </a:ext>
            </a:extLst>
          </p:cNvPr>
          <p:cNvSpPr/>
          <p:nvPr/>
        </p:nvSpPr>
        <p:spPr>
          <a:xfrm>
            <a:off x="1260796" y="337392"/>
            <a:ext cx="719319" cy="300990"/>
          </a:xfrm>
          <a:prstGeom prst="flowChartAlternateProcess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HLA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75" name="连接符: 曲线 274">
            <a:extLst>
              <a:ext uri="{FF2B5EF4-FFF2-40B4-BE49-F238E27FC236}">
                <a16:creationId xmlns:a16="http://schemas.microsoft.com/office/drawing/2014/main" id="{4B92B805-2942-E462-53CB-DEEB4E2590BD}"/>
              </a:ext>
            </a:extLst>
          </p:cNvPr>
          <p:cNvCxnSpPr>
            <a:cxnSpLocks/>
            <a:endCxn id="276" idx="1"/>
          </p:cNvCxnSpPr>
          <p:nvPr/>
        </p:nvCxnSpPr>
        <p:spPr>
          <a:xfrm>
            <a:off x="541476" y="1193354"/>
            <a:ext cx="719319" cy="687382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76" name="流程图: 可选过程 275">
            <a:extLst>
              <a:ext uri="{FF2B5EF4-FFF2-40B4-BE49-F238E27FC236}">
                <a16:creationId xmlns:a16="http://schemas.microsoft.com/office/drawing/2014/main" id="{8F54F20C-8AF3-E779-E5F2-7432B4934F6A}"/>
              </a:ext>
            </a:extLst>
          </p:cNvPr>
          <p:cNvSpPr/>
          <p:nvPr/>
        </p:nvSpPr>
        <p:spPr>
          <a:xfrm>
            <a:off x="1260795" y="1730241"/>
            <a:ext cx="719319" cy="300990"/>
          </a:xfrm>
          <a:prstGeom prst="flowChartAlternateProcess">
            <a:avLst/>
          </a:prstGeom>
          <a:solidFill>
            <a:srgbClr val="ED7D31"/>
          </a:solidFill>
          <a:ln w="127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peptide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F0525AB1-47AB-9F85-3266-D08F1EEC540D}"/>
              </a:ext>
            </a:extLst>
          </p:cNvPr>
          <p:cNvGrpSpPr/>
          <p:nvPr/>
        </p:nvGrpSpPr>
        <p:grpSpPr>
          <a:xfrm>
            <a:off x="109027" y="432955"/>
            <a:ext cx="428889" cy="1103416"/>
            <a:chOff x="322950" y="343420"/>
            <a:chExt cx="428889" cy="1103416"/>
          </a:xfrm>
        </p:grpSpPr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AEF52323-081A-F016-7D20-076048F1072C}"/>
                </a:ext>
              </a:extLst>
            </p:cNvPr>
            <p:cNvGrpSpPr/>
            <p:nvPr/>
          </p:nvGrpSpPr>
          <p:grpSpPr>
            <a:xfrm>
              <a:off x="322950" y="815018"/>
              <a:ext cx="428889" cy="631818"/>
              <a:chOff x="322950" y="815018"/>
              <a:chExt cx="428889" cy="631818"/>
            </a:xfrm>
          </p:grpSpPr>
          <p:sp>
            <p:nvSpPr>
              <p:cNvPr id="280" name="任意多边形: 形状 279">
                <a:extLst>
                  <a:ext uri="{FF2B5EF4-FFF2-40B4-BE49-F238E27FC236}">
                    <a16:creationId xmlns:a16="http://schemas.microsoft.com/office/drawing/2014/main" id="{8C888CF1-D9C1-E2A7-4D2D-29A6663D9ED0}"/>
                  </a:ext>
                </a:extLst>
              </p:cNvPr>
              <p:cNvSpPr/>
              <p:nvPr/>
            </p:nvSpPr>
            <p:spPr>
              <a:xfrm>
                <a:off x="553719" y="815018"/>
                <a:ext cx="198120" cy="600045"/>
              </a:xfrm>
              <a:custGeom>
                <a:avLst/>
                <a:gdLst>
                  <a:gd name="connsiteX0" fmla="*/ 33020 w 198120"/>
                  <a:gd name="connsiteY0" fmla="*/ 0 h 600045"/>
                  <a:gd name="connsiteX1" fmla="*/ 165100 w 198120"/>
                  <a:gd name="connsiteY1" fmla="*/ 0 h 600045"/>
                  <a:gd name="connsiteX2" fmla="*/ 198120 w 198120"/>
                  <a:gd name="connsiteY2" fmla="*/ 66672 h 600045"/>
                  <a:gd name="connsiteX3" fmla="*/ 198120 w 198120"/>
                  <a:gd name="connsiteY3" fmla="*/ 533374 h 600045"/>
                  <a:gd name="connsiteX4" fmla="*/ 165100 w 198120"/>
                  <a:gd name="connsiteY4" fmla="*/ 600045 h 600045"/>
                  <a:gd name="connsiteX5" fmla="*/ 83622 w 198120"/>
                  <a:gd name="connsiteY5" fmla="*/ 600045 h 600045"/>
                  <a:gd name="connsiteX6" fmla="*/ 89463 w 198120"/>
                  <a:gd name="connsiteY6" fmla="*/ 591054 h 600045"/>
                  <a:gd name="connsiteX7" fmla="*/ 99061 w 198120"/>
                  <a:gd name="connsiteY7" fmla="*/ 541712 h 600045"/>
                  <a:gd name="connsiteX8" fmla="*/ 63288 w 198120"/>
                  <a:gd name="connsiteY8" fmla="*/ 452078 h 600045"/>
                  <a:gd name="connsiteX9" fmla="*/ 55162 w 198120"/>
                  <a:gd name="connsiteY9" fmla="*/ 446392 h 600045"/>
                  <a:gd name="connsiteX10" fmla="*/ 46687 w 198120"/>
                  <a:gd name="connsiteY10" fmla="*/ 436975 h 600045"/>
                  <a:gd name="connsiteX11" fmla="*/ 22234 w 198120"/>
                  <a:gd name="connsiteY11" fmla="*/ 421996 h 600045"/>
                  <a:gd name="connsiteX12" fmla="*/ 0 w 198120"/>
                  <a:gd name="connsiteY12" fmla="*/ 417464 h 600045"/>
                  <a:gd name="connsiteX13" fmla="*/ 0 w 198120"/>
                  <a:gd name="connsiteY13" fmla="*/ 66672 h 600045"/>
                  <a:gd name="connsiteX14" fmla="*/ 33020 w 198120"/>
                  <a:gd name="connsiteY14" fmla="*/ 0 h 60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8120" h="600045">
                    <a:moveTo>
                      <a:pt x="33020" y="0"/>
                    </a:moveTo>
                    <a:lnTo>
                      <a:pt x="165100" y="0"/>
                    </a:lnTo>
                    <a:cubicBezTo>
                      <a:pt x="183336" y="0"/>
                      <a:pt x="198120" y="29851"/>
                      <a:pt x="198120" y="66672"/>
                    </a:cubicBezTo>
                    <a:lnTo>
                      <a:pt x="198120" y="533374"/>
                    </a:lnTo>
                    <a:cubicBezTo>
                      <a:pt x="198120" y="570194"/>
                      <a:pt x="183336" y="600045"/>
                      <a:pt x="165100" y="600045"/>
                    </a:cubicBezTo>
                    <a:lnTo>
                      <a:pt x="83622" y="600045"/>
                    </a:lnTo>
                    <a:lnTo>
                      <a:pt x="89463" y="591054"/>
                    </a:lnTo>
                    <a:cubicBezTo>
                      <a:pt x="95643" y="575888"/>
                      <a:pt x="99061" y="559214"/>
                      <a:pt x="99061" y="541712"/>
                    </a:cubicBezTo>
                    <a:cubicBezTo>
                      <a:pt x="99061" y="506707"/>
                      <a:pt x="85390" y="475017"/>
                      <a:pt x="63288" y="452078"/>
                    </a:cubicBezTo>
                    <a:lnTo>
                      <a:pt x="55162" y="446392"/>
                    </a:lnTo>
                    <a:lnTo>
                      <a:pt x="46687" y="436975"/>
                    </a:lnTo>
                    <a:cubicBezTo>
                      <a:pt x="39349" y="430860"/>
                      <a:pt x="31123" y="425792"/>
                      <a:pt x="22234" y="421996"/>
                    </a:cubicBezTo>
                    <a:lnTo>
                      <a:pt x="0" y="417464"/>
                    </a:lnTo>
                    <a:lnTo>
                      <a:pt x="0" y="66672"/>
                    </a:lnTo>
                    <a:cubicBezTo>
                      <a:pt x="0" y="29851"/>
                      <a:pt x="14784" y="0"/>
                      <a:pt x="33020" y="0"/>
                    </a:cubicBezTo>
                    <a:close/>
                  </a:path>
                </a:pathLst>
              </a:custGeom>
              <a:solidFill>
                <a:srgbClr val="4472C4"/>
              </a:solidFill>
              <a:ln w="12700" cap="flat" cmpd="sng" algn="ctr">
                <a:solidFill>
                  <a:srgbClr val="4472C4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1" name="任意多边形: 形状 280">
                <a:extLst>
                  <a:ext uri="{FF2B5EF4-FFF2-40B4-BE49-F238E27FC236}">
                    <a16:creationId xmlns:a16="http://schemas.microsoft.com/office/drawing/2014/main" id="{13E87208-1C6D-F59F-DB3F-42D731CC7629}"/>
                  </a:ext>
                </a:extLst>
              </p:cNvPr>
              <p:cNvSpPr/>
              <p:nvPr/>
            </p:nvSpPr>
            <p:spPr>
              <a:xfrm>
                <a:off x="322950" y="815019"/>
                <a:ext cx="198120" cy="236220"/>
              </a:xfrm>
              <a:custGeom>
                <a:avLst/>
                <a:gdLst>
                  <a:gd name="connsiteX0" fmla="*/ 33020 w 198120"/>
                  <a:gd name="connsiteY0" fmla="*/ 0 h 236220"/>
                  <a:gd name="connsiteX1" fmla="*/ 165100 w 198120"/>
                  <a:gd name="connsiteY1" fmla="*/ 0 h 236220"/>
                  <a:gd name="connsiteX2" fmla="*/ 198120 w 198120"/>
                  <a:gd name="connsiteY2" fmla="*/ 26247 h 236220"/>
                  <a:gd name="connsiteX3" fmla="*/ 198120 w 198120"/>
                  <a:gd name="connsiteY3" fmla="*/ 209974 h 236220"/>
                  <a:gd name="connsiteX4" fmla="*/ 165100 w 198120"/>
                  <a:gd name="connsiteY4" fmla="*/ 236220 h 236220"/>
                  <a:gd name="connsiteX5" fmla="*/ 33020 w 198120"/>
                  <a:gd name="connsiteY5" fmla="*/ 236220 h 236220"/>
                  <a:gd name="connsiteX6" fmla="*/ 0 w 198120"/>
                  <a:gd name="connsiteY6" fmla="*/ 209974 h 236220"/>
                  <a:gd name="connsiteX7" fmla="*/ 0 w 198120"/>
                  <a:gd name="connsiteY7" fmla="*/ 26247 h 236220"/>
                  <a:gd name="connsiteX8" fmla="*/ 33020 w 198120"/>
                  <a:gd name="connsiteY8" fmla="*/ 0 h 2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8120" h="236220">
                    <a:moveTo>
                      <a:pt x="33020" y="0"/>
                    </a:moveTo>
                    <a:lnTo>
                      <a:pt x="165100" y="0"/>
                    </a:lnTo>
                    <a:cubicBezTo>
                      <a:pt x="183336" y="0"/>
                      <a:pt x="198120" y="11752"/>
                      <a:pt x="198120" y="26247"/>
                    </a:cubicBezTo>
                    <a:lnTo>
                      <a:pt x="198120" y="209974"/>
                    </a:lnTo>
                    <a:cubicBezTo>
                      <a:pt x="198120" y="224469"/>
                      <a:pt x="183336" y="236220"/>
                      <a:pt x="165100" y="236220"/>
                    </a:cubicBezTo>
                    <a:lnTo>
                      <a:pt x="33020" y="236220"/>
                    </a:lnTo>
                    <a:cubicBezTo>
                      <a:pt x="14784" y="236220"/>
                      <a:pt x="0" y="224469"/>
                      <a:pt x="0" y="209974"/>
                    </a:cubicBezTo>
                    <a:lnTo>
                      <a:pt x="0" y="26247"/>
                    </a:lnTo>
                    <a:cubicBezTo>
                      <a:pt x="0" y="11752"/>
                      <a:pt x="14784" y="0"/>
                      <a:pt x="33020" y="0"/>
                    </a:cubicBezTo>
                    <a:close/>
                  </a:path>
                </a:pathLst>
              </a:custGeom>
              <a:solidFill>
                <a:srgbClr val="4472C4"/>
              </a:solidFill>
              <a:ln w="12700" cap="flat" cmpd="sng" algn="ctr">
                <a:solidFill>
                  <a:srgbClr val="4472C4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2" name="任意多边形: 形状 281">
                <a:extLst>
                  <a:ext uri="{FF2B5EF4-FFF2-40B4-BE49-F238E27FC236}">
                    <a16:creationId xmlns:a16="http://schemas.microsoft.com/office/drawing/2014/main" id="{67AE2D94-9C60-9DA4-1BEA-AF17827E186E}"/>
                  </a:ext>
                </a:extLst>
              </p:cNvPr>
              <p:cNvSpPr/>
              <p:nvPr/>
            </p:nvSpPr>
            <p:spPr>
              <a:xfrm>
                <a:off x="322950" y="1079473"/>
                <a:ext cx="198120" cy="335598"/>
              </a:xfrm>
              <a:custGeom>
                <a:avLst/>
                <a:gdLst>
                  <a:gd name="connsiteX0" fmla="*/ 33020 w 198120"/>
                  <a:gd name="connsiteY0" fmla="*/ 0 h 335598"/>
                  <a:gd name="connsiteX1" fmla="*/ 165100 w 198120"/>
                  <a:gd name="connsiteY1" fmla="*/ 0 h 335598"/>
                  <a:gd name="connsiteX2" fmla="*/ 198120 w 198120"/>
                  <a:gd name="connsiteY2" fmla="*/ 37289 h 335598"/>
                  <a:gd name="connsiteX3" fmla="*/ 198120 w 198120"/>
                  <a:gd name="connsiteY3" fmla="*/ 152500 h 335598"/>
                  <a:gd name="connsiteX4" fmla="*/ 160150 w 198120"/>
                  <a:gd name="connsiteY4" fmla="*/ 160457 h 335598"/>
                  <a:gd name="connsiteX5" fmla="*/ 85554 w 198120"/>
                  <a:gd name="connsiteY5" fmla="*/ 277257 h 335598"/>
                  <a:gd name="connsiteX6" fmla="*/ 95152 w 198120"/>
                  <a:gd name="connsiteY6" fmla="*/ 326599 h 335598"/>
                  <a:gd name="connsiteX7" fmla="*/ 100998 w 198120"/>
                  <a:gd name="connsiteY7" fmla="*/ 335598 h 335598"/>
                  <a:gd name="connsiteX8" fmla="*/ 33020 w 198120"/>
                  <a:gd name="connsiteY8" fmla="*/ 335598 h 335598"/>
                  <a:gd name="connsiteX9" fmla="*/ 0 w 198120"/>
                  <a:gd name="connsiteY9" fmla="*/ 298310 h 335598"/>
                  <a:gd name="connsiteX10" fmla="*/ 0 w 198120"/>
                  <a:gd name="connsiteY10" fmla="*/ 37289 h 335598"/>
                  <a:gd name="connsiteX11" fmla="*/ 33020 w 198120"/>
                  <a:gd name="connsiteY11" fmla="*/ 0 h 335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120" h="335598">
                    <a:moveTo>
                      <a:pt x="33020" y="0"/>
                    </a:moveTo>
                    <a:lnTo>
                      <a:pt x="165100" y="0"/>
                    </a:lnTo>
                    <a:cubicBezTo>
                      <a:pt x="183336" y="0"/>
                      <a:pt x="198120" y="16695"/>
                      <a:pt x="198120" y="37289"/>
                    </a:cubicBezTo>
                    <a:lnTo>
                      <a:pt x="198120" y="152500"/>
                    </a:lnTo>
                    <a:lnTo>
                      <a:pt x="160150" y="160457"/>
                    </a:lnTo>
                    <a:cubicBezTo>
                      <a:pt x="116313" y="179700"/>
                      <a:pt x="85554" y="224750"/>
                      <a:pt x="85554" y="277257"/>
                    </a:cubicBezTo>
                    <a:cubicBezTo>
                      <a:pt x="85554" y="294759"/>
                      <a:pt x="88972" y="311433"/>
                      <a:pt x="95152" y="326599"/>
                    </a:cubicBezTo>
                    <a:lnTo>
                      <a:pt x="100998" y="335598"/>
                    </a:lnTo>
                    <a:lnTo>
                      <a:pt x="33020" y="335598"/>
                    </a:lnTo>
                    <a:cubicBezTo>
                      <a:pt x="14784" y="335598"/>
                      <a:pt x="0" y="318903"/>
                      <a:pt x="0" y="298310"/>
                    </a:cubicBezTo>
                    <a:lnTo>
                      <a:pt x="0" y="37289"/>
                    </a:lnTo>
                    <a:cubicBezTo>
                      <a:pt x="0" y="16695"/>
                      <a:pt x="14784" y="0"/>
                      <a:pt x="33020" y="0"/>
                    </a:cubicBezTo>
                    <a:close/>
                  </a:path>
                </a:pathLst>
              </a:custGeom>
              <a:solidFill>
                <a:srgbClr val="4472C4"/>
              </a:solidFill>
              <a:ln w="12700" cap="flat" cmpd="sng" algn="ctr">
                <a:solidFill>
                  <a:srgbClr val="4472C4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3" name="流程图: 接点 282">
                <a:extLst>
                  <a:ext uri="{FF2B5EF4-FFF2-40B4-BE49-F238E27FC236}">
                    <a16:creationId xmlns:a16="http://schemas.microsoft.com/office/drawing/2014/main" id="{BCEA4E60-BBDF-4F95-C3A8-1C3F13E7D269}"/>
                  </a:ext>
                </a:extLst>
              </p:cNvPr>
              <p:cNvSpPr/>
              <p:nvPr/>
            </p:nvSpPr>
            <p:spPr>
              <a:xfrm>
                <a:off x="446840" y="1274997"/>
                <a:ext cx="167116" cy="171839"/>
              </a:xfrm>
              <a:prstGeom prst="flowChartConnector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6E4D26E6-4C66-78D5-C58D-FCE1C4270B33}"/>
                </a:ext>
              </a:extLst>
            </p:cNvPr>
            <p:cNvCxnSpPr/>
            <p:nvPr/>
          </p:nvCxnSpPr>
          <p:spPr>
            <a:xfrm flipV="1">
              <a:off x="652779" y="343420"/>
              <a:ext cx="3559" cy="469606"/>
            </a:xfrm>
            <a:prstGeom prst="line">
              <a:avLst/>
            </a:prstGeom>
            <a:noFill/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</p:grp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F9590CBA-6A88-9714-080E-3873BF4E20FA}"/>
              </a:ext>
            </a:extLst>
          </p:cNvPr>
          <p:cNvGrpSpPr/>
          <p:nvPr/>
        </p:nvGrpSpPr>
        <p:grpSpPr>
          <a:xfrm>
            <a:off x="2420631" y="802858"/>
            <a:ext cx="1297554" cy="762907"/>
            <a:chOff x="2644701" y="908605"/>
            <a:chExt cx="1297554" cy="762907"/>
          </a:xfrm>
        </p:grpSpPr>
        <p:sp>
          <p:nvSpPr>
            <p:cNvPr id="316" name="流程图: 接点 89">
              <a:extLst>
                <a:ext uri="{FF2B5EF4-FFF2-40B4-BE49-F238E27FC236}">
                  <a16:creationId xmlns:a16="http://schemas.microsoft.com/office/drawing/2014/main" id="{C6753D39-333C-0983-27ED-6A6B3FFEA9B0}"/>
                </a:ext>
              </a:extLst>
            </p:cNvPr>
            <p:cNvSpPr/>
            <p:nvPr/>
          </p:nvSpPr>
          <p:spPr>
            <a:xfrm>
              <a:off x="2650313" y="1468726"/>
              <a:ext cx="195755" cy="202786"/>
            </a:xfrm>
            <a:prstGeom prst="flowChartConnector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7" name="流程图: 接点 95">
              <a:extLst>
                <a:ext uri="{FF2B5EF4-FFF2-40B4-BE49-F238E27FC236}">
                  <a16:creationId xmlns:a16="http://schemas.microsoft.com/office/drawing/2014/main" id="{3C9E7F1A-4B1B-7B79-B468-439D13DA9A39}"/>
                </a:ext>
              </a:extLst>
            </p:cNvPr>
            <p:cNvSpPr/>
            <p:nvPr/>
          </p:nvSpPr>
          <p:spPr>
            <a:xfrm>
              <a:off x="2644701" y="908605"/>
              <a:ext cx="195755" cy="202786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BF7F848F-11D4-4AC8-19EB-50BA6E977CF9}"/>
                </a:ext>
              </a:extLst>
            </p:cNvPr>
            <p:cNvCxnSpPr>
              <a:stCxn id="316" idx="6"/>
              <a:endCxn id="326" idx="2"/>
            </p:cNvCxnSpPr>
            <p:nvPr/>
          </p:nvCxnSpPr>
          <p:spPr>
            <a:xfrm flipV="1">
              <a:off x="2846068" y="1569741"/>
              <a:ext cx="354099" cy="378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0AFE31E4-2566-2C27-A37C-DF3E7D0AB9D9}"/>
                </a:ext>
              </a:extLst>
            </p:cNvPr>
            <p:cNvCxnSpPr>
              <a:endCxn id="327" idx="2"/>
            </p:cNvCxnSpPr>
            <p:nvPr/>
          </p:nvCxnSpPr>
          <p:spPr>
            <a:xfrm>
              <a:off x="3395922" y="1564058"/>
              <a:ext cx="350578" cy="32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51DF3030-5F23-5499-8FC7-3CBE5826F752}"/>
                </a:ext>
              </a:extLst>
            </p:cNvPr>
            <p:cNvCxnSpPr>
              <a:stCxn id="316" idx="0"/>
              <a:endCxn id="317" idx="4"/>
            </p:cNvCxnSpPr>
            <p:nvPr/>
          </p:nvCxnSpPr>
          <p:spPr>
            <a:xfrm flipH="1" flipV="1">
              <a:off x="2742579" y="1111391"/>
              <a:ext cx="5612" cy="357335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4D18C92F-E9D0-216A-97C5-F4D87AA7E431}"/>
                </a:ext>
              </a:extLst>
            </p:cNvPr>
            <p:cNvCxnSpPr>
              <a:stCxn id="316" idx="7"/>
              <a:endCxn id="325" idx="2"/>
            </p:cNvCxnSpPr>
            <p:nvPr/>
          </p:nvCxnSpPr>
          <p:spPr>
            <a:xfrm flipV="1">
              <a:off x="2817400" y="1239173"/>
              <a:ext cx="381007" cy="25925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53E3446D-F43E-9DFC-C5B5-68E7196AE1E5}"/>
                </a:ext>
              </a:extLst>
            </p:cNvPr>
            <p:cNvCxnSpPr>
              <a:stCxn id="325" idx="6"/>
              <a:endCxn id="327" idx="1"/>
            </p:cNvCxnSpPr>
            <p:nvPr/>
          </p:nvCxnSpPr>
          <p:spPr>
            <a:xfrm>
              <a:off x="3394162" y="1239173"/>
              <a:ext cx="381006" cy="25351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0740C74C-8458-568C-DE4C-DD5555881743}"/>
                </a:ext>
              </a:extLst>
            </p:cNvPr>
            <p:cNvCxnSpPr>
              <a:stCxn id="327" idx="0"/>
            </p:cNvCxnSpPr>
            <p:nvPr/>
          </p:nvCxnSpPr>
          <p:spPr>
            <a:xfrm flipV="1">
              <a:off x="3844378" y="968439"/>
              <a:ext cx="1024" cy="49454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24" name="流程图: 接点 694">
              <a:extLst>
                <a:ext uri="{FF2B5EF4-FFF2-40B4-BE49-F238E27FC236}">
                  <a16:creationId xmlns:a16="http://schemas.microsoft.com/office/drawing/2014/main" id="{91B22302-46EF-71A9-B0AA-A3163BC1D114}"/>
                </a:ext>
              </a:extLst>
            </p:cNvPr>
            <p:cNvSpPr/>
            <p:nvPr/>
          </p:nvSpPr>
          <p:spPr>
            <a:xfrm>
              <a:off x="3746500" y="911547"/>
              <a:ext cx="195755" cy="202786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5" name="流程图: 接点 695">
              <a:extLst>
                <a:ext uri="{FF2B5EF4-FFF2-40B4-BE49-F238E27FC236}">
                  <a16:creationId xmlns:a16="http://schemas.microsoft.com/office/drawing/2014/main" id="{6721361F-3D88-2EB9-7B8E-3CF52D60761C}"/>
                </a:ext>
              </a:extLst>
            </p:cNvPr>
            <p:cNvSpPr/>
            <p:nvPr/>
          </p:nvSpPr>
          <p:spPr>
            <a:xfrm>
              <a:off x="3198407" y="1137780"/>
              <a:ext cx="195755" cy="202786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6" name="流程图: 接点 696">
              <a:extLst>
                <a:ext uri="{FF2B5EF4-FFF2-40B4-BE49-F238E27FC236}">
                  <a16:creationId xmlns:a16="http://schemas.microsoft.com/office/drawing/2014/main" id="{CB5AFF61-C728-4135-9BF1-8C688FE084CD}"/>
                </a:ext>
              </a:extLst>
            </p:cNvPr>
            <p:cNvSpPr/>
            <p:nvPr/>
          </p:nvSpPr>
          <p:spPr>
            <a:xfrm>
              <a:off x="3200167" y="1468348"/>
              <a:ext cx="195755" cy="202786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7" name="流程图: 接点 702">
              <a:extLst>
                <a:ext uri="{FF2B5EF4-FFF2-40B4-BE49-F238E27FC236}">
                  <a16:creationId xmlns:a16="http://schemas.microsoft.com/office/drawing/2014/main" id="{EB493436-450B-472A-BBD4-8D34AF42D5B5}"/>
                </a:ext>
              </a:extLst>
            </p:cNvPr>
            <p:cNvSpPr/>
            <p:nvPr/>
          </p:nvSpPr>
          <p:spPr>
            <a:xfrm>
              <a:off x="3746500" y="1462988"/>
              <a:ext cx="195755" cy="202786"/>
            </a:xfrm>
            <a:prstGeom prst="flowChartConnector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65E5F8D5-A21A-9D83-EAB4-A2D1B8F6F550}"/>
              </a:ext>
            </a:extLst>
          </p:cNvPr>
          <p:cNvCxnSpPr/>
          <p:nvPr/>
        </p:nvCxnSpPr>
        <p:spPr>
          <a:xfrm>
            <a:off x="2055602" y="1193354"/>
            <a:ext cx="292231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65" name="组合 364">
            <a:extLst>
              <a:ext uri="{FF2B5EF4-FFF2-40B4-BE49-F238E27FC236}">
                <a16:creationId xmlns:a16="http://schemas.microsoft.com/office/drawing/2014/main" id="{B0EC69FD-F308-2C04-B64D-63AD0E5DCF66}"/>
              </a:ext>
            </a:extLst>
          </p:cNvPr>
          <p:cNvGrpSpPr/>
          <p:nvPr/>
        </p:nvGrpSpPr>
        <p:grpSpPr>
          <a:xfrm>
            <a:off x="109027" y="2325511"/>
            <a:ext cx="3616269" cy="1838685"/>
            <a:chOff x="325986" y="2537390"/>
            <a:chExt cx="3616269" cy="1838685"/>
          </a:xfrm>
        </p:grpSpPr>
        <p:grpSp>
          <p:nvGrpSpPr>
            <p:cNvPr id="345" name="组合 344">
              <a:extLst>
                <a:ext uri="{FF2B5EF4-FFF2-40B4-BE49-F238E27FC236}">
                  <a16:creationId xmlns:a16="http://schemas.microsoft.com/office/drawing/2014/main" id="{150BA48F-2D33-5894-AF68-8DE72AE20482}"/>
                </a:ext>
              </a:extLst>
            </p:cNvPr>
            <p:cNvGrpSpPr/>
            <p:nvPr/>
          </p:nvGrpSpPr>
          <p:grpSpPr>
            <a:xfrm>
              <a:off x="325986" y="2537390"/>
              <a:ext cx="1871087" cy="1838685"/>
              <a:chOff x="325986" y="2537390"/>
              <a:chExt cx="1871087" cy="1838685"/>
            </a:xfrm>
          </p:grpSpPr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A8744E24-16CE-AD16-7410-C2C4A52B2726}"/>
                  </a:ext>
                </a:extLst>
              </p:cNvPr>
              <p:cNvGrpSpPr/>
              <p:nvPr/>
            </p:nvGrpSpPr>
            <p:grpSpPr>
              <a:xfrm>
                <a:off x="325986" y="2909690"/>
                <a:ext cx="428889" cy="1249506"/>
                <a:chOff x="322950" y="2748095"/>
                <a:chExt cx="428889" cy="1249506"/>
              </a:xfrm>
            </p:grpSpPr>
            <p:cxnSp>
              <p:nvCxnSpPr>
                <p:cNvPr id="285" name="直接连接符 284">
                  <a:extLst>
                    <a:ext uri="{FF2B5EF4-FFF2-40B4-BE49-F238E27FC236}">
                      <a16:creationId xmlns:a16="http://schemas.microsoft.com/office/drawing/2014/main" id="{083AE69E-75BC-2507-FE62-BF0ED2E03D28}"/>
                    </a:ext>
                  </a:extLst>
                </p:cNvPr>
                <p:cNvCxnSpPr/>
                <p:nvPr/>
              </p:nvCxnSpPr>
              <p:spPr>
                <a:xfrm>
                  <a:off x="418956" y="3564549"/>
                  <a:ext cx="0" cy="43305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86" name="直接连接符 285">
                  <a:extLst>
                    <a:ext uri="{FF2B5EF4-FFF2-40B4-BE49-F238E27FC236}">
                      <a16:creationId xmlns:a16="http://schemas.microsoft.com/office/drawing/2014/main" id="{FAB92DC4-4F61-4EF8-EFB8-6C22D87EF29C}"/>
                    </a:ext>
                  </a:extLst>
                </p:cNvPr>
                <p:cNvCxnSpPr/>
                <p:nvPr/>
              </p:nvCxnSpPr>
              <p:spPr>
                <a:xfrm>
                  <a:off x="652779" y="3564549"/>
                  <a:ext cx="0" cy="43305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287" name="组合 286">
                  <a:extLst>
                    <a:ext uri="{FF2B5EF4-FFF2-40B4-BE49-F238E27FC236}">
                      <a16:creationId xmlns:a16="http://schemas.microsoft.com/office/drawing/2014/main" id="{80DA0E11-E247-99FF-0970-CBDD8AD187C8}"/>
                    </a:ext>
                  </a:extLst>
                </p:cNvPr>
                <p:cNvGrpSpPr/>
                <p:nvPr/>
              </p:nvGrpSpPr>
              <p:grpSpPr>
                <a:xfrm>
                  <a:off x="322950" y="2748095"/>
                  <a:ext cx="428889" cy="914086"/>
                  <a:chOff x="322950" y="2748095"/>
                  <a:chExt cx="428889" cy="914086"/>
                </a:xfrm>
              </p:grpSpPr>
              <p:sp>
                <p:nvSpPr>
                  <p:cNvPr id="288" name="任意多边形: 形状 287">
                    <a:extLst>
                      <a:ext uri="{FF2B5EF4-FFF2-40B4-BE49-F238E27FC236}">
                        <a16:creationId xmlns:a16="http://schemas.microsoft.com/office/drawing/2014/main" id="{A086CC52-0E36-252C-CCE8-05E293327EF2}"/>
                      </a:ext>
                    </a:extLst>
                  </p:cNvPr>
                  <p:cNvSpPr/>
                  <p:nvPr/>
                </p:nvSpPr>
                <p:spPr>
                  <a:xfrm>
                    <a:off x="553719" y="2898908"/>
                    <a:ext cx="198120" cy="325280"/>
                  </a:xfrm>
                  <a:custGeom>
                    <a:avLst/>
                    <a:gdLst>
                      <a:gd name="connsiteX0" fmla="*/ 187157 w 198120"/>
                      <a:gd name="connsiteY0" fmla="*/ 0 h 325280"/>
                      <a:gd name="connsiteX1" fmla="*/ 188449 w 198120"/>
                      <a:gd name="connsiteY1" fmla="*/ 604 h 325280"/>
                      <a:gd name="connsiteX2" fmla="*/ 198120 w 198120"/>
                      <a:gd name="connsiteY2" fmla="*/ 26971 h 325280"/>
                      <a:gd name="connsiteX3" fmla="*/ 198120 w 198120"/>
                      <a:gd name="connsiteY3" fmla="*/ 287992 h 325280"/>
                      <a:gd name="connsiteX4" fmla="*/ 165100 w 198120"/>
                      <a:gd name="connsiteY4" fmla="*/ 325280 h 325280"/>
                      <a:gd name="connsiteX5" fmla="*/ 33020 w 198120"/>
                      <a:gd name="connsiteY5" fmla="*/ 325280 h 325280"/>
                      <a:gd name="connsiteX6" fmla="*/ 0 w 198120"/>
                      <a:gd name="connsiteY6" fmla="*/ 287992 h 325280"/>
                      <a:gd name="connsiteX7" fmla="*/ 0 w 198120"/>
                      <a:gd name="connsiteY7" fmla="*/ 52337 h 325280"/>
                      <a:gd name="connsiteX8" fmla="*/ 22034 w 198120"/>
                      <a:gd name="connsiteY8" fmla="*/ 47720 h 325280"/>
                      <a:gd name="connsiteX9" fmla="*/ 60857 w 198120"/>
                      <a:gd name="connsiteY9" fmla="*/ 20554 h 325280"/>
                      <a:gd name="connsiteX10" fmla="*/ 67088 w 198120"/>
                      <a:gd name="connsiteY10" fmla="*/ 10962 h 325280"/>
                      <a:gd name="connsiteX11" fmla="*/ 162101 w 198120"/>
                      <a:gd name="connsiteY11" fmla="*/ 10962 h 325280"/>
                      <a:gd name="connsiteX12" fmla="*/ 185450 w 198120"/>
                      <a:gd name="connsiteY12" fmla="*/ 3275 h 325280"/>
                      <a:gd name="connsiteX13" fmla="*/ 187157 w 198120"/>
                      <a:gd name="connsiteY13" fmla="*/ 0 h 325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98120" h="325280">
                        <a:moveTo>
                          <a:pt x="187157" y="0"/>
                        </a:moveTo>
                        <a:lnTo>
                          <a:pt x="188449" y="604"/>
                        </a:lnTo>
                        <a:cubicBezTo>
                          <a:pt x="194424" y="7352"/>
                          <a:pt x="198120" y="16674"/>
                          <a:pt x="198120" y="26971"/>
                        </a:cubicBezTo>
                        <a:lnTo>
                          <a:pt x="198120" y="287992"/>
                        </a:lnTo>
                        <a:cubicBezTo>
                          <a:pt x="198120" y="308585"/>
                          <a:pt x="183336" y="325280"/>
                          <a:pt x="165100" y="325280"/>
                        </a:cubicBezTo>
                        <a:lnTo>
                          <a:pt x="33020" y="325280"/>
                        </a:lnTo>
                        <a:cubicBezTo>
                          <a:pt x="14784" y="325280"/>
                          <a:pt x="0" y="308585"/>
                          <a:pt x="0" y="287992"/>
                        </a:cubicBezTo>
                        <a:lnTo>
                          <a:pt x="0" y="52337"/>
                        </a:lnTo>
                        <a:lnTo>
                          <a:pt x="22034" y="47720"/>
                        </a:lnTo>
                        <a:cubicBezTo>
                          <a:pt x="36646" y="41306"/>
                          <a:pt x="49805" y="32024"/>
                          <a:pt x="60857" y="20554"/>
                        </a:cubicBezTo>
                        <a:lnTo>
                          <a:pt x="67088" y="10962"/>
                        </a:lnTo>
                        <a:lnTo>
                          <a:pt x="162101" y="10962"/>
                        </a:lnTo>
                        <a:cubicBezTo>
                          <a:pt x="171219" y="10962"/>
                          <a:pt x="179474" y="8024"/>
                          <a:pt x="185450" y="3275"/>
                        </a:cubicBezTo>
                        <a:lnTo>
                          <a:pt x="187157" y="0"/>
                        </a:lnTo>
                        <a:close/>
                      </a:path>
                    </a:pathLst>
                  </a:custGeom>
                  <a:solidFill>
                    <a:srgbClr val="70AD47"/>
                  </a:solidFill>
                  <a:ln w="12700" cap="flat" cmpd="sng" algn="ctr">
                    <a:solidFill>
                      <a:srgbClr val="70AD47">
                        <a:lumMod val="7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89" name="任意多边形: 形状 288">
                    <a:extLst>
                      <a:ext uri="{FF2B5EF4-FFF2-40B4-BE49-F238E27FC236}">
                        <a16:creationId xmlns:a16="http://schemas.microsoft.com/office/drawing/2014/main" id="{1C70F29F-0E2A-0D32-A22F-A22CCC4AE2AF}"/>
                      </a:ext>
                    </a:extLst>
                  </p:cNvPr>
                  <p:cNvSpPr/>
                  <p:nvPr/>
                </p:nvSpPr>
                <p:spPr>
                  <a:xfrm>
                    <a:off x="322950" y="2903675"/>
                    <a:ext cx="198120" cy="323696"/>
                  </a:xfrm>
                  <a:custGeom>
                    <a:avLst/>
                    <a:gdLst>
                      <a:gd name="connsiteX0" fmla="*/ 9312 w 198120"/>
                      <a:gd name="connsiteY0" fmla="*/ 0 h 323696"/>
                      <a:gd name="connsiteX1" fmla="*/ 28129 w 198120"/>
                      <a:gd name="connsiteY1" fmla="*/ 6195 h 323696"/>
                      <a:gd name="connsiteX2" fmla="*/ 112665 w 198120"/>
                      <a:gd name="connsiteY2" fmla="*/ 6195 h 323696"/>
                      <a:gd name="connsiteX3" fmla="*/ 118896 w 198120"/>
                      <a:gd name="connsiteY3" fmla="*/ 15787 h 323696"/>
                      <a:gd name="connsiteX4" fmla="*/ 157719 w 198120"/>
                      <a:gd name="connsiteY4" fmla="*/ 42953 h 323696"/>
                      <a:gd name="connsiteX5" fmla="*/ 198120 w 198120"/>
                      <a:gd name="connsiteY5" fmla="*/ 51419 h 323696"/>
                      <a:gd name="connsiteX6" fmla="*/ 198120 w 198120"/>
                      <a:gd name="connsiteY6" fmla="*/ 286408 h 323696"/>
                      <a:gd name="connsiteX7" fmla="*/ 165100 w 198120"/>
                      <a:gd name="connsiteY7" fmla="*/ 323696 h 323696"/>
                      <a:gd name="connsiteX8" fmla="*/ 33020 w 198120"/>
                      <a:gd name="connsiteY8" fmla="*/ 323696 h 323696"/>
                      <a:gd name="connsiteX9" fmla="*/ 0 w 198120"/>
                      <a:gd name="connsiteY9" fmla="*/ 286408 h 323696"/>
                      <a:gd name="connsiteX10" fmla="*/ 0 w 198120"/>
                      <a:gd name="connsiteY10" fmla="*/ 25387 h 323696"/>
                      <a:gd name="connsiteX11" fmla="*/ 9312 w 198120"/>
                      <a:gd name="connsiteY11" fmla="*/ 0 h 3236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98120" h="323696">
                        <a:moveTo>
                          <a:pt x="9312" y="0"/>
                        </a:moveTo>
                        <a:lnTo>
                          <a:pt x="28129" y="6195"/>
                        </a:lnTo>
                        <a:lnTo>
                          <a:pt x="112665" y="6195"/>
                        </a:lnTo>
                        <a:lnTo>
                          <a:pt x="118896" y="15787"/>
                        </a:lnTo>
                        <a:cubicBezTo>
                          <a:pt x="129948" y="27257"/>
                          <a:pt x="143107" y="36539"/>
                          <a:pt x="157719" y="42953"/>
                        </a:cubicBezTo>
                        <a:lnTo>
                          <a:pt x="198120" y="51419"/>
                        </a:lnTo>
                        <a:lnTo>
                          <a:pt x="198120" y="286408"/>
                        </a:lnTo>
                        <a:cubicBezTo>
                          <a:pt x="198120" y="307001"/>
                          <a:pt x="183336" y="323696"/>
                          <a:pt x="165100" y="323696"/>
                        </a:cubicBezTo>
                        <a:lnTo>
                          <a:pt x="33020" y="323696"/>
                        </a:lnTo>
                        <a:cubicBezTo>
                          <a:pt x="14784" y="323696"/>
                          <a:pt x="0" y="307001"/>
                          <a:pt x="0" y="286408"/>
                        </a:cubicBezTo>
                        <a:lnTo>
                          <a:pt x="0" y="25387"/>
                        </a:lnTo>
                        <a:lnTo>
                          <a:pt x="9312" y="0"/>
                        </a:lnTo>
                        <a:close/>
                      </a:path>
                    </a:pathLst>
                  </a:custGeom>
                  <a:solidFill>
                    <a:srgbClr val="70AD47"/>
                  </a:solidFill>
                  <a:ln w="12700" cap="flat" cmpd="sng" algn="ctr">
                    <a:solidFill>
                      <a:srgbClr val="70AD47">
                        <a:lumMod val="7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90" name="任意多边形: 形状 289">
                    <a:extLst>
                      <a:ext uri="{FF2B5EF4-FFF2-40B4-BE49-F238E27FC236}">
                        <a16:creationId xmlns:a16="http://schemas.microsoft.com/office/drawing/2014/main" id="{BAA89B91-7EA1-0705-EC36-716197EE583C}"/>
                      </a:ext>
                    </a:extLst>
                  </p:cNvPr>
                  <p:cNvSpPr/>
                  <p:nvPr/>
                </p:nvSpPr>
                <p:spPr>
                  <a:xfrm>
                    <a:off x="322950" y="3228951"/>
                    <a:ext cx="198120" cy="335598"/>
                  </a:xfrm>
                  <a:custGeom>
                    <a:avLst/>
                    <a:gdLst>
                      <a:gd name="connsiteX0" fmla="*/ 33020 w 198120"/>
                      <a:gd name="connsiteY0" fmla="*/ 0 h 335598"/>
                      <a:gd name="connsiteX1" fmla="*/ 165100 w 198120"/>
                      <a:gd name="connsiteY1" fmla="*/ 0 h 335598"/>
                      <a:gd name="connsiteX2" fmla="*/ 198120 w 198120"/>
                      <a:gd name="connsiteY2" fmla="*/ 37289 h 335598"/>
                      <a:gd name="connsiteX3" fmla="*/ 198120 w 198120"/>
                      <a:gd name="connsiteY3" fmla="*/ 298310 h 335598"/>
                      <a:gd name="connsiteX4" fmla="*/ 165100 w 198120"/>
                      <a:gd name="connsiteY4" fmla="*/ 335598 h 335598"/>
                      <a:gd name="connsiteX5" fmla="*/ 33020 w 198120"/>
                      <a:gd name="connsiteY5" fmla="*/ 335598 h 335598"/>
                      <a:gd name="connsiteX6" fmla="*/ 0 w 198120"/>
                      <a:gd name="connsiteY6" fmla="*/ 298310 h 335598"/>
                      <a:gd name="connsiteX7" fmla="*/ 0 w 198120"/>
                      <a:gd name="connsiteY7" fmla="*/ 37289 h 335598"/>
                      <a:gd name="connsiteX8" fmla="*/ 33020 w 198120"/>
                      <a:gd name="connsiteY8" fmla="*/ 0 h 335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8120" h="335598">
                        <a:moveTo>
                          <a:pt x="33020" y="0"/>
                        </a:moveTo>
                        <a:lnTo>
                          <a:pt x="165100" y="0"/>
                        </a:lnTo>
                        <a:cubicBezTo>
                          <a:pt x="183336" y="0"/>
                          <a:pt x="198120" y="16695"/>
                          <a:pt x="198120" y="37289"/>
                        </a:cubicBezTo>
                        <a:lnTo>
                          <a:pt x="198120" y="298310"/>
                        </a:lnTo>
                        <a:cubicBezTo>
                          <a:pt x="198120" y="318903"/>
                          <a:pt x="183336" y="335598"/>
                          <a:pt x="165100" y="335598"/>
                        </a:cubicBezTo>
                        <a:lnTo>
                          <a:pt x="33020" y="335598"/>
                        </a:lnTo>
                        <a:cubicBezTo>
                          <a:pt x="14784" y="335598"/>
                          <a:pt x="0" y="318903"/>
                          <a:pt x="0" y="298310"/>
                        </a:cubicBezTo>
                        <a:lnTo>
                          <a:pt x="0" y="37289"/>
                        </a:lnTo>
                        <a:cubicBezTo>
                          <a:pt x="0" y="16695"/>
                          <a:pt x="14784" y="0"/>
                          <a:pt x="33020" y="0"/>
                        </a:cubicBezTo>
                        <a:close/>
                      </a:path>
                    </a:pathLst>
                  </a:custGeom>
                  <a:solidFill>
                    <a:srgbClr val="70AD47"/>
                  </a:solidFill>
                  <a:ln w="12700" cap="flat" cmpd="sng" algn="ctr">
                    <a:solidFill>
                      <a:srgbClr val="70AD47">
                        <a:lumMod val="7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91" name="任意多边形: 形状 290">
                    <a:extLst>
                      <a:ext uri="{FF2B5EF4-FFF2-40B4-BE49-F238E27FC236}">
                        <a16:creationId xmlns:a16="http://schemas.microsoft.com/office/drawing/2014/main" id="{CF688B48-1281-DFE2-E601-89C4A665A1EC}"/>
                      </a:ext>
                    </a:extLst>
                  </p:cNvPr>
                  <p:cNvSpPr/>
                  <p:nvPr/>
                </p:nvSpPr>
                <p:spPr>
                  <a:xfrm>
                    <a:off x="553719" y="3228951"/>
                    <a:ext cx="198120" cy="335598"/>
                  </a:xfrm>
                  <a:custGeom>
                    <a:avLst/>
                    <a:gdLst>
                      <a:gd name="connsiteX0" fmla="*/ 33020 w 198120"/>
                      <a:gd name="connsiteY0" fmla="*/ 0 h 335598"/>
                      <a:gd name="connsiteX1" fmla="*/ 165100 w 198120"/>
                      <a:gd name="connsiteY1" fmla="*/ 0 h 335598"/>
                      <a:gd name="connsiteX2" fmla="*/ 198120 w 198120"/>
                      <a:gd name="connsiteY2" fmla="*/ 37289 h 335598"/>
                      <a:gd name="connsiteX3" fmla="*/ 198120 w 198120"/>
                      <a:gd name="connsiteY3" fmla="*/ 298310 h 335598"/>
                      <a:gd name="connsiteX4" fmla="*/ 165100 w 198120"/>
                      <a:gd name="connsiteY4" fmla="*/ 335598 h 335598"/>
                      <a:gd name="connsiteX5" fmla="*/ 33020 w 198120"/>
                      <a:gd name="connsiteY5" fmla="*/ 335598 h 335598"/>
                      <a:gd name="connsiteX6" fmla="*/ 0 w 198120"/>
                      <a:gd name="connsiteY6" fmla="*/ 298310 h 335598"/>
                      <a:gd name="connsiteX7" fmla="*/ 0 w 198120"/>
                      <a:gd name="connsiteY7" fmla="*/ 37289 h 335598"/>
                      <a:gd name="connsiteX8" fmla="*/ 33020 w 198120"/>
                      <a:gd name="connsiteY8" fmla="*/ 0 h 335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8120" h="335598">
                        <a:moveTo>
                          <a:pt x="33020" y="0"/>
                        </a:moveTo>
                        <a:lnTo>
                          <a:pt x="165100" y="0"/>
                        </a:lnTo>
                        <a:cubicBezTo>
                          <a:pt x="183336" y="0"/>
                          <a:pt x="198120" y="16695"/>
                          <a:pt x="198120" y="37289"/>
                        </a:cubicBezTo>
                        <a:lnTo>
                          <a:pt x="198120" y="298310"/>
                        </a:lnTo>
                        <a:cubicBezTo>
                          <a:pt x="198120" y="318903"/>
                          <a:pt x="183336" y="335598"/>
                          <a:pt x="165100" y="335598"/>
                        </a:cubicBezTo>
                        <a:lnTo>
                          <a:pt x="33020" y="335598"/>
                        </a:lnTo>
                        <a:cubicBezTo>
                          <a:pt x="14784" y="335598"/>
                          <a:pt x="0" y="318903"/>
                          <a:pt x="0" y="298310"/>
                        </a:cubicBezTo>
                        <a:lnTo>
                          <a:pt x="0" y="37289"/>
                        </a:lnTo>
                        <a:cubicBezTo>
                          <a:pt x="0" y="16695"/>
                          <a:pt x="14784" y="0"/>
                          <a:pt x="33020" y="0"/>
                        </a:cubicBezTo>
                        <a:close/>
                      </a:path>
                    </a:pathLst>
                  </a:custGeom>
                  <a:solidFill>
                    <a:srgbClr val="70AD47"/>
                  </a:solidFill>
                  <a:ln w="12700" cap="flat" cmpd="sng" algn="ctr">
                    <a:solidFill>
                      <a:srgbClr val="70AD47">
                        <a:lumMod val="7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92" name="流程图: 接点 291">
                    <a:extLst>
                      <a:ext uri="{FF2B5EF4-FFF2-40B4-BE49-F238E27FC236}">
                        <a16:creationId xmlns:a16="http://schemas.microsoft.com/office/drawing/2014/main" id="{4DFA18E6-8375-FD12-212D-CD36F4889C65}"/>
                      </a:ext>
                    </a:extLst>
                  </p:cNvPr>
                  <p:cNvSpPr/>
                  <p:nvPr/>
                </p:nvSpPr>
                <p:spPr>
                  <a:xfrm>
                    <a:off x="446840" y="2748095"/>
                    <a:ext cx="167116" cy="171839"/>
                  </a:xfrm>
                  <a:prstGeom prst="flowChartConnector">
                    <a:avLst/>
                  </a:prstGeom>
                  <a:solidFill>
                    <a:srgbClr val="ED7D31"/>
                  </a:solidFill>
                  <a:ln w="12700" cap="flat" cmpd="sng" algn="ctr">
                    <a:solidFill>
                      <a:srgbClr val="ED7D31">
                        <a:lumMod val="7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cxnSp>
                <p:nvCxnSpPr>
                  <p:cNvPr id="293" name="直接连接符 292">
                    <a:extLst>
                      <a:ext uri="{FF2B5EF4-FFF2-40B4-BE49-F238E27FC236}">
                        <a16:creationId xmlns:a16="http://schemas.microsoft.com/office/drawing/2014/main" id="{F7CA7D27-A3D0-CA3C-B26D-78D132CE7AFC}"/>
                      </a:ext>
                    </a:extLst>
                  </p:cNvPr>
                  <p:cNvCxnSpPr/>
                  <p:nvPr/>
                </p:nvCxnSpPr>
                <p:spPr>
                  <a:xfrm>
                    <a:off x="410251" y="3662181"/>
                    <a:ext cx="235431" cy="0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rgbClr val="70AD47">
                        <a:lumMod val="75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</p:grpSp>
          </p:grpSp>
          <p:sp>
            <p:nvSpPr>
              <p:cNvPr id="294" name="流程图: 可选过程 293">
                <a:extLst>
                  <a:ext uri="{FF2B5EF4-FFF2-40B4-BE49-F238E27FC236}">
                    <a16:creationId xmlns:a16="http://schemas.microsoft.com/office/drawing/2014/main" id="{144F5393-3B83-BDE1-4B9F-E86FFCA26150}"/>
                  </a:ext>
                </a:extLst>
              </p:cNvPr>
              <p:cNvSpPr/>
              <p:nvPr/>
            </p:nvSpPr>
            <p:spPr>
              <a:xfrm>
                <a:off x="1477753" y="4075085"/>
                <a:ext cx="719319" cy="300990"/>
              </a:xfrm>
              <a:prstGeom prst="flowChartAlternateProcess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TCR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5" name="流程图: 可选过程 294">
                <a:extLst>
                  <a:ext uri="{FF2B5EF4-FFF2-40B4-BE49-F238E27FC236}">
                    <a16:creationId xmlns:a16="http://schemas.microsoft.com/office/drawing/2014/main" id="{26F7DADD-099B-D8C8-8C25-9B06F7AF7C7B}"/>
                  </a:ext>
                </a:extLst>
              </p:cNvPr>
              <p:cNvSpPr/>
              <p:nvPr/>
            </p:nvSpPr>
            <p:spPr>
              <a:xfrm>
                <a:off x="1477754" y="2537390"/>
                <a:ext cx="719319" cy="300990"/>
              </a:xfrm>
              <a:prstGeom prst="flowChartAlternateProcess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peptide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296" name="连接符: 曲线 295">
                <a:extLst>
                  <a:ext uri="{FF2B5EF4-FFF2-40B4-BE49-F238E27FC236}">
                    <a16:creationId xmlns:a16="http://schemas.microsoft.com/office/drawing/2014/main" id="{1326955B-6164-4E45-9CB2-3CC9F2A58FC4}"/>
                  </a:ext>
                </a:extLst>
              </p:cNvPr>
              <p:cNvCxnSpPr>
                <a:cxnSpLocks/>
                <a:stCxn id="288" idx="4"/>
                <a:endCxn id="294" idx="1"/>
              </p:cNvCxnSpPr>
              <p:nvPr/>
            </p:nvCxnSpPr>
            <p:spPr>
              <a:xfrm>
                <a:off x="721855" y="3385783"/>
                <a:ext cx="755898" cy="839797"/>
              </a:xfrm>
              <a:prstGeom prst="curvedConnector3">
                <a:avLst>
                  <a:gd name="adj1" fmla="val 50000"/>
                </a:avLst>
              </a:prstGeom>
              <a:noFill/>
              <a:ln w="6350" cap="flat" cmpd="sng" algn="ctr">
                <a:solidFill>
                  <a:srgbClr val="70AD47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97" name="连接符: 曲线 296">
                <a:extLst>
                  <a:ext uri="{FF2B5EF4-FFF2-40B4-BE49-F238E27FC236}">
                    <a16:creationId xmlns:a16="http://schemas.microsoft.com/office/drawing/2014/main" id="{F40CE0F6-DA4C-A4C7-C0D5-8EEA2130A40B}"/>
                  </a:ext>
                </a:extLst>
              </p:cNvPr>
              <p:cNvCxnSpPr>
                <a:stCxn id="291" idx="1"/>
                <a:endCxn id="295" idx="1"/>
              </p:cNvCxnSpPr>
              <p:nvPr/>
            </p:nvCxnSpPr>
            <p:spPr>
              <a:xfrm flipV="1">
                <a:off x="721855" y="2687885"/>
                <a:ext cx="755899" cy="702661"/>
              </a:xfrm>
              <a:prstGeom prst="curvedConnector3">
                <a:avLst/>
              </a:prstGeom>
              <a:noFill/>
              <a:ln w="635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346" name="组合 345">
              <a:extLst>
                <a:ext uri="{FF2B5EF4-FFF2-40B4-BE49-F238E27FC236}">
                  <a16:creationId xmlns:a16="http://schemas.microsoft.com/office/drawing/2014/main" id="{95A6EF8E-FA46-D1BD-C1D1-5EB01AD1A6C9}"/>
                </a:ext>
              </a:extLst>
            </p:cNvPr>
            <p:cNvGrpSpPr/>
            <p:nvPr/>
          </p:nvGrpSpPr>
          <p:grpSpPr>
            <a:xfrm>
              <a:off x="2644701" y="3075279"/>
              <a:ext cx="1297554" cy="762907"/>
              <a:chOff x="2644701" y="3018261"/>
              <a:chExt cx="1297554" cy="762907"/>
            </a:xfrm>
          </p:grpSpPr>
          <p:sp>
            <p:nvSpPr>
              <p:cNvPr id="329" name="流程图: 接点 24">
                <a:extLst>
                  <a:ext uri="{FF2B5EF4-FFF2-40B4-BE49-F238E27FC236}">
                    <a16:creationId xmlns:a16="http://schemas.microsoft.com/office/drawing/2014/main" id="{C92920E3-09EA-3AD9-0328-2822A21685ED}"/>
                  </a:ext>
                </a:extLst>
              </p:cNvPr>
              <p:cNvSpPr/>
              <p:nvPr/>
            </p:nvSpPr>
            <p:spPr>
              <a:xfrm>
                <a:off x="2650313" y="3578382"/>
                <a:ext cx="195755" cy="202786"/>
              </a:xfrm>
              <a:prstGeom prst="flowChartConnector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0" name="流程图: 接点 25">
                <a:extLst>
                  <a:ext uri="{FF2B5EF4-FFF2-40B4-BE49-F238E27FC236}">
                    <a16:creationId xmlns:a16="http://schemas.microsoft.com/office/drawing/2014/main" id="{BDBD34A1-894F-C992-5573-FBC92673A452}"/>
                  </a:ext>
                </a:extLst>
              </p:cNvPr>
              <p:cNvSpPr/>
              <p:nvPr/>
            </p:nvSpPr>
            <p:spPr>
              <a:xfrm>
                <a:off x="2644701" y="3018261"/>
                <a:ext cx="195755" cy="202786"/>
              </a:xfrm>
              <a:prstGeom prst="flowChartConnector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331" name="直接连接符 330">
                <a:extLst>
                  <a:ext uri="{FF2B5EF4-FFF2-40B4-BE49-F238E27FC236}">
                    <a16:creationId xmlns:a16="http://schemas.microsoft.com/office/drawing/2014/main" id="{F69DFF63-AA0D-8522-9F39-B95C344D2779}"/>
                  </a:ext>
                </a:extLst>
              </p:cNvPr>
              <p:cNvCxnSpPr>
                <a:stCxn id="329" idx="6"/>
                <a:endCxn id="339" idx="2"/>
              </p:cNvCxnSpPr>
              <p:nvPr/>
            </p:nvCxnSpPr>
            <p:spPr>
              <a:xfrm flipV="1">
                <a:off x="2846068" y="3679397"/>
                <a:ext cx="354099" cy="37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1EE38A9D-9DD9-33F6-48F9-C12E795191DC}"/>
                  </a:ext>
                </a:extLst>
              </p:cNvPr>
              <p:cNvCxnSpPr>
                <a:endCxn id="340" idx="2"/>
              </p:cNvCxnSpPr>
              <p:nvPr/>
            </p:nvCxnSpPr>
            <p:spPr>
              <a:xfrm>
                <a:off x="3395922" y="3673714"/>
                <a:ext cx="350578" cy="32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131EF82E-17F6-D892-BB59-99075872B41F}"/>
                  </a:ext>
                </a:extLst>
              </p:cNvPr>
              <p:cNvCxnSpPr>
                <a:stCxn id="329" idx="0"/>
                <a:endCxn id="330" idx="4"/>
              </p:cNvCxnSpPr>
              <p:nvPr/>
            </p:nvCxnSpPr>
            <p:spPr>
              <a:xfrm flipH="1" flipV="1">
                <a:off x="2742579" y="3221047"/>
                <a:ext cx="5612" cy="357335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11E736D7-D8B2-15CC-BC0E-C904C3BA4401}"/>
                  </a:ext>
                </a:extLst>
              </p:cNvPr>
              <p:cNvCxnSpPr>
                <a:stCxn id="329" idx="7"/>
                <a:endCxn id="338" idx="2"/>
              </p:cNvCxnSpPr>
              <p:nvPr/>
            </p:nvCxnSpPr>
            <p:spPr>
              <a:xfrm flipV="1">
                <a:off x="2817400" y="3348829"/>
                <a:ext cx="381007" cy="25925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C635862F-B745-B998-7DF2-060D6CA733D5}"/>
                  </a:ext>
                </a:extLst>
              </p:cNvPr>
              <p:cNvCxnSpPr>
                <a:stCxn id="338" idx="6"/>
                <a:endCxn id="340" idx="1"/>
              </p:cNvCxnSpPr>
              <p:nvPr/>
            </p:nvCxnSpPr>
            <p:spPr>
              <a:xfrm>
                <a:off x="3394162" y="3348829"/>
                <a:ext cx="381006" cy="253512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E1AC9CD8-2ABA-34B3-CFE5-25B890721D34}"/>
                  </a:ext>
                </a:extLst>
              </p:cNvPr>
              <p:cNvCxnSpPr>
                <a:stCxn id="340" idx="0"/>
              </p:cNvCxnSpPr>
              <p:nvPr/>
            </p:nvCxnSpPr>
            <p:spPr>
              <a:xfrm flipV="1">
                <a:off x="3844378" y="3078095"/>
                <a:ext cx="1024" cy="494549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37" name="流程图: 接点 43">
                <a:extLst>
                  <a:ext uri="{FF2B5EF4-FFF2-40B4-BE49-F238E27FC236}">
                    <a16:creationId xmlns:a16="http://schemas.microsoft.com/office/drawing/2014/main" id="{717EB991-1D5F-28DA-088A-9BEFBF44ECAF}"/>
                  </a:ext>
                </a:extLst>
              </p:cNvPr>
              <p:cNvSpPr/>
              <p:nvPr/>
            </p:nvSpPr>
            <p:spPr>
              <a:xfrm>
                <a:off x="3746500" y="3021203"/>
                <a:ext cx="195755" cy="202786"/>
              </a:xfrm>
              <a:prstGeom prst="flowChartConnector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8" name="流程图: 接点 44">
                <a:extLst>
                  <a:ext uri="{FF2B5EF4-FFF2-40B4-BE49-F238E27FC236}">
                    <a16:creationId xmlns:a16="http://schemas.microsoft.com/office/drawing/2014/main" id="{E8B4EB4E-18CB-DC48-98C8-63C0ADBFC35D}"/>
                  </a:ext>
                </a:extLst>
              </p:cNvPr>
              <p:cNvSpPr/>
              <p:nvPr/>
            </p:nvSpPr>
            <p:spPr>
              <a:xfrm>
                <a:off x="3198407" y="3247436"/>
                <a:ext cx="195755" cy="202786"/>
              </a:xfrm>
              <a:prstGeom prst="flowChartConnector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9" name="流程图: 接点 45">
                <a:extLst>
                  <a:ext uri="{FF2B5EF4-FFF2-40B4-BE49-F238E27FC236}">
                    <a16:creationId xmlns:a16="http://schemas.microsoft.com/office/drawing/2014/main" id="{8C910B81-E792-4C69-CF04-27E964C4FCDA}"/>
                  </a:ext>
                </a:extLst>
              </p:cNvPr>
              <p:cNvSpPr/>
              <p:nvPr/>
            </p:nvSpPr>
            <p:spPr>
              <a:xfrm>
                <a:off x="3200167" y="3578004"/>
                <a:ext cx="195755" cy="202786"/>
              </a:xfrm>
              <a:prstGeom prst="flowChartConnector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0" name="流程图: 接点 46">
                <a:extLst>
                  <a:ext uri="{FF2B5EF4-FFF2-40B4-BE49-F238E27FC236}">
                    <a16:creationId xmlns:a16="http://schemas.microsoft.com/office/drawing/2014/main" id="{4557321D-48EA-FEE1-FCFD-D7D64096C0B9}"/>
                  </a:ext>
                </a:extLst>
              </p:cNvPr>
              <p:cNvSpPr/>
              <p:nvPr/>
            </p:nvSpPr>
            <p:spPr>
              <a:xfrm>
                <a:off x="3746500" y="3572644"/>
                <a:ext cx="195755" cy="202786"/>
              </a:xfrm>
              <a:prstGeom prst="flowChartConnector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697A4D18-F772-CE9D-5272-85D6B47DE51C}"/>
              </a:ext>
            </a:extLst>
          </p:cNvPr>
          <p:cNvCxnSpPr/>
          <p:nvPr/>
        </p:nvCxnSpPr>
        <p:spPr>
          <a:xfrm>
            <a:off x="2055602" y="3207743"/>
            <a:ext cx="292231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62" name="组合 361">
            <a:extLst>
              <a:ext uri="{FF2B5EF4-FFF2-40B4-BE49-F238E27FC236}">
                <a16:creationId xmlns:a16="http://schemas.microsoft.com/office/drawing/2014/main" id="{9C5ADDF9-D31C-EB52-CDDF-9B5FA3287DB5}"/>
              </a:ext>
            </a:extLst>
          </p:cNvPr>
          <p:cNvGrpSpPr/>
          <p:nvPr/>
        </p:nvGrpSpPr>
        <p:grpSpPr>
          <a:xfrm>
            <a:off x="109027" y="4458477"/>
            <a:ext cx="1880420" cy="2084666"/>
            <a:chOff x="333097" y="4565914"/>
            <a:chExt cx="1880420" cy="2084666"/>
          </a:xfrm>
        </p:grpSpPr>
        <p:sp>
          <p:nvSpPr>
            <p:cNvPr id="298" name="任意多边形: 形状 297">
              <a:extLst>
                <a:ext uri="{FF2B5EF4-FFF2-40B4-BE49-F238E27FC236}">
                  <a16:creationId xmlns:a16="http://schemas.microsoft.com/office/drawing/2014/main" id="{A2477275-C9F8-3EEB-329C-418EFE54455F}"/>
                </a:ext>
              </a:extLst>
            </p:cNvPr>
            <p:cNvSpPr/>
            <p:nvPr/>
          </p:nvSpPr>
          <p:spPr>
            <a:xfrm>
              <a:off x="567130" y="5016664"/>
              <a:ext cx="200923" cy="573519"/>
            </a:xfrm>
            <a:custGeom>
              <a:avLst/>
              <a:gdLst>
                <a:gd name="connsiteX0" fmla="*/ 33020 w 198120"/>
                <a:gd name="connsiteY0" fmla="*/ 0 h 600045"/>
                <a:gd name="connsiteX1" fmla="*/ 165100 w 198120"/>
                <a:gd name="connsiteY1" fmla="*/ 0 h 600045"/>
                <a:gd name="connsiteX2" fmla="*/ 198120 w 198120"/>
                <a:gd name="connsiteY2" fmla="*/ 66672 h 600045"/>
                <a:gd name="connsiteX3" fmla="*/ 198120 w 198120"/>
                <a:gd name="connsiteY3" fmla="*/ 533374 h 600045"/>
                <a:gd name="connsiteX4" fmla="*/ 165100 w 198120"/>
                <a:gd name="connsiteY4" fmla="*/ 600045 h 600045"/>
                <a:gd name="connsiteX5" fmla="*/ 83622 w 198120"/>
                <a:gd name="connsiteY5" fmla="*/ 600045 h 600045"/>
                <a:gd name="connsiteX6" fmla="*/ 89463 w 198120"/>
                <a:gd name="connsiteY6" fmla="*/ 591054 h 600045"/>
                <a:gd name="connsiteX7" fmla="*/ 99061 w 198120"/>
                <a:gd name="connsiteY7" fmla="*/ 541712 h 600045"/>
                <a:gd name="connsiteX8" fmla="*/ 63288 w 198120"/>
                <a:gd name="connsiteY8" fmla="*/ 452078 h 600045"/>
                <a:gd name="connsiteX9" fmla="*/ 55162 w 198120"/>
                <a:gd name="connsiteY9" fmla="*/ 446392 h 600045"/>
                <a:gd name="connsiteX10" fmla="*/ 46687 w 198120"/>
                <a:gd name="connsiteY10" fmla="*/ 436975 h 600045"/>
                <a:gd name="connsiteX11" fmla="*/ 22234 w 198120"/>
                <a:gd name="connsiteY11" fmla="*/ 421996 h 600045"/>
                <a:gd name="connsiteX12" fmla="*/ 0 w 198120"/>
                <a:gd name="connsiteY12" fmla="*/ 417464 h 600045"/>
                <a:gd name="connsiteX13" fmla="*/ 0 w 198120"/>
                <a:gd name="connsiteY13" fmla="*/ 66672 h 600045"/>
                <a:gd name="connsiteX14" fmla="*/ 33020 w 198120"/>
                <a:gd name="connsiteY14" fmla="*/ 0 h 600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8120" h="600045">
                  <a:moveTo>
                    <a:pt x="33020" y="0"/>
                  </a:moveTo>
                  <a:lnTo>
                    <a:pt x="165100" y="0"/>
                  </a:lnTo>
                  <a:cubicBezTo>
                    <a:pt x="183336" y="0"/>
                    <a:pt x="198120" y="29851"/>
                    <a:pt x="198120" y="66672"/>
                  </a:cubicBezTo>
                  <a:lnTo>
                    <a:pt x="198120" y="533374"/>
                  </a:lnTo>
                  <a:cubicBezTo>
                    <a:pt x="198120" y="570194"/>
                    <a:pt x="183336" y="600045"/>
                    <a:pt x="165100" y="600045"/>
                  </a:cubicBezTo>
                  <a:lnTo>
                    <a:pt x="83622" y="600045"/>
                  </a:lnTo>
                  <a:lnTo>
                    <a:pt x="89463" y="591054"/>
                  </a:lnTo>
                  <a:cubicBezTo>
                    <a:pt x="95643" y="575888"/>
                    <a:pt x="99061" y="559214"/>
                    <a:pt x="99061" y="541712"/>
                  </a:cubicBezTo>
                  <a:cubicBezTo>
                    <a:pt x="99061" y="506707"/>
                    <a:pt x="85390" y="475017"/>
                    <a:pt x="63288" y="452078"/>
                  </a:cubicBezTo>
                  <a:lnTo>
                    <a:pt x="55162" y="446392"/>
                  </a:lnTo>
                  <a:lnTo>
                    <a:pt x="46687" y="436975"/>
                  </a:lnTo>
                  <a:cubicBezTo>
                    <a:pt x="39349" y="430860"/>
                    <a:pt x="31123" y="425792"/>
                    <a:pt x="22234" y="421996"/>
                  </a:cubicBezTo>
                  <a:lnTo>
                    <a:pt x="0" y="417464"/>
                  </a:lnTo>
                  <a:lnTo>
                    <a:pt x="0" y="66672"/>
                  </a:lnTo>
                  <a:cubicBezTo>
                    <a:pt x="0" y="29851"/>
                    <a:pt x="14784" y="0"/>
                    <a:pt x="33020" y="0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9" name="任意多边形: 形状 298">
              <a:extLst>
                <a:ext uri="{FF2B5EF4-FFF2-40B4-BE49-F238E27FC236}">
                  <a16:creationId xmlns:a16="http://schemas.microsoft.com/office/drawing/2014/main" id="{F9FB7BF5-3EE5-AA15-86AB-431440271A82}"/>
                </a:ext>
              </a:extLst>
            </p:cNvPr>
            <p:cNvSpPr/>
            <p:nvPr/>
          </p:nvSpPr>
          <p:spPr>
            <a:xfrm>
              <a:off x="333097" y="5016665"/>
              <a:ext cx="200923" cy="225777"/>
            </a:xfrm>
            <a:custGeom>
              <a:avLst/>
              <a:gdLst>
                <a:gd name="connsiteX0" fmla="*/ 33020 w 198120"/>
                <a:gd name="connsiteY0" fmla="*/ 0 h 236220"/>
                <a:gd name="connsiteX1" fmla="*/ 165100 w 198120"/>
                <a:gd name="connsiteY1" fmla="*/ 0 h 236220"/>
                <a:gd name="connsiteX2" fmla="*/ 198120 w 198120"/>
                <a:gd name="connsiteY2" fmla="*/ 26247 h 236220"/>
                <a:gd name="connsiteX3" fmla="*/ 198120 w 198120"/>
                <a:gd name="connsiteY3" fmla="*/ 209974 h 236220"/>
                <a:gd name="connsiteX4" fmla="*/ 165100 w 198120"/>
                <a:gd name="connsiteY4" fmla="*/ 236220 h 236220"/>
                <a:gd name="connsiteX5" fmla="*/ 33020 w 198120"/>
                <a:gd name="connsiteY5" fmla="*/ 236220 h 236220"/>
                <a:gd name="connsiteX6" fmla="*/ 0 w 198120"/>
                <a:gd name="connsiteY6" fmla="*/ 209974 h 236220"/>
                <a:gd name="connsiteX7" fmla="*/ 0 w 198120"/>
                <a:gd name="connsiteY7" fmla="*/ 26247 h 236220"/>
                <a:gd name="connsiteX8" fmla="*/ 33020 w 198120"/>
                <a:gd name="connsiteY8" fmla="*/ 0 h 23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120" h="236220">
                  <a:moveTo>
                    <a:pt x="33020" y="0"/>
                  </a:moveTo>
                  <a:lnTo>
                    <a:pt x="165100" y="0"/>
                  </a:lnTo>
                  <a:cubicBezTo>
                    <a:pt x="183336" y="0"/>
                    <a:pt x="198120" y="11752"/>
                    <a:pt x="198120" y="26247"/>
                  </a:cubicBezTo>
                  <a:lnTo>
                    <a:pt x="198120" y="209974"/>
                  </a:lnTo>
                  <a:cubicBezTo>
                    <a:pt x="198120" y="224469"/>
                    <a:pt x="183336" y="236220"/>
                    <a:pt x="165100" y="236220"/>
                  </a:cubicBezTo>
                  <a:lnTo>
                    <a:pt x="33020" y="236220"/>
                  </a:lnTo>
                  <a:cubicBezTo>
                    <a:pt x="14784" y="236220"/>
                    <a:pt x="0" y="224469"/>
                    <a:pt x="0" y="209974"/>
                  </a:cubicBezTo>
                  <a:lnTo>
                    <a:pt x="0" y="26247"/>
                  </a:lnTo>
                  <a:cubicBezTo>
                    <a:pt x="0" y="11752"/>
                    <a:pt x="14784" y="0"/>
                    <a:pt x="33020" y="0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0" name="任意多边形: 形状 299">
              <a:extLst>
                <a:ext uri="{FF2B5EF4-FFF2-40B4-BE49-F238E27FC236}">
                  <a16:creationId xmlns:a16="http://schemas.microsoft.com/office/drawing/2014/main" id="{AFC6C3F4-5400-87EB-7BA8-40D719DDBE9A}"/>
                </a:ext>
              </a:extLst>
            </p:cNvPr>
            <p:cNvSpPr/>
            <p:nvPr/>
          </p:nvSpPr>
          <p:spPr>
            <a:xfrm>
              <a:off x="333097" y="5269428"/>
              <a:ext cx="200923" cy="320762"/>
            </a:xfrm>
            <a:custGeom>
              <a:avLst/>
              <a:gdLst>
                <a:gd name="connsiteX0" fmla="*/ 33020 w 198120"/>
                <a:gd name="connsiteY0" fmla="*/ 0 h 335598"/>
                <a:gd name="connsiteX1" fmla="*/ 165100 w 198120"/>
                <a:gd name="connsiteY1" fmla="*/ 0 h 335598"/>
                <a:gd name="connsiteX2" fmla="*/ 198120 w 198120"/>
                <a:gd name="connsiteY2" fmla="*/ 37289 h 335598"/>
                <a:gd name="connsiteX3" fmla="*/ 198120 w 198120"/>
                <a:gd name="connsiteY3" fmla="*/ 152500 h 335598"/>
                <a:gd name="connsiteX4" fmla="*/ 160150 w 198120"/>
                <a:gd name="connsiteY4" fmla="*/ 160457 h 335598"/>
                <a:gd name="connsiteX5" fmla="*/ 85554 w 198120"/>
                <a:gd name="connsiteY5" fmla="*/ 277257 h 335598"/>
                <a:gd name="connsiteX6" fmla="*/ 95152 w 198120"/>
                <a:gd name="connsiteY6" fmla="*/ 326599 h 335598"/>
                <a:gd name="connsiteX7" fmla="*/ 100998 w 198120"/>
                <a:gd name="connsiteY7" fmla="*/ 335598 h 335598"/>
                <a:gd name="connsiteX8" fmla="*/ 33020 w 198120"/>
                <a:gd name="connsiteY8" fmla="*/ 335598 h 335598"/>
                <a:gd name="connsiteX9" fmla="*/ 0 w 198120"/>
                <a:gd name="connsiteY9" fmla="*/ 298310 h 335598"/>
                <a:gd name="connsiteX10" fmla="*/ 0 w 198120"/>
                <a:gd name="connsiteY10" fmla="*/ 37289 h 335598"/>
                <a:gd name="connsiteX11" fmla="*/ 33020 w 198120"/>
                <a:gd name="connsiteY11" fmla="*/ 0 h 33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20" h="335598">
                  <a:moveTo>
                    <a:pt x="33020" y="0"/>
                  </a:moveTo>
                  <a:lnTo>
                    <a:pt x="165100" y="0"/>
                  </a:lnTo>
                  <a:cubicBezTo>
                    <a:pt x="183336" y="0"/>
                    <a:pt x="198120" y="16695"/>
                    <a:pt x="198120" y="37289"/>
                  </a:cubicBezTo>
                  <a:lnTo>
                    <a:pt x="198120" y="152500"/>
                  </a:lnTo>
                  <a:lnTo>
                    <a:pt x="160150" y="160457"/>
                  </a:lnTo>
                  <a:cubicBezTo>
                    <a:pt x="116313" y="179700"/>
                    <a:pt x="85554" y="224750"/>
                    <a:pt x="85554" y="277257"/>
                  </a:cubicBezTo>
                  <a:cubicBezTo>
                    <a:pt x="85554" y="294759"/>
                    <a:pt x="88972" y="311433"/>
                    <a:pt x="95152" y="326599"/>
                  </a:cubicBezTo>
                  <a:lnTo>
                    <a:pt x="100998" y="335598"/>
                  </a:lnTo>
                  <a:lnTo>
                    <a:pt x="33020" y="335598"/>
                  </a:lnTo>
                  <a:cubicBezTo>
                    <a:pt x="14784" y="335598"/>
                    <a:pt x="0" y="318903"/>
                    <a:pt x="0" y="298310"/>
                  </a:cubicBezTo>
                  <a:lnTo>
                    <a:pt x="0" y="37289"/>
                  </a:lnTo>
                  <a:cubicBezTo>
                    <a:pt x="0" y="16695"/>
                    <a:pt x="14784" y="0"/>
                    <a:pt x="33020" y="0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1" name="任意多边形: 形状 300">
              <a:extLst>
                <a:ext uri="{FF2B5EF4-FFF2-40B4-BE49-F238E27FC236}">
                  <a16:creationId xmlns:a16="http://schemas.microsoft.com/office/drawing/2014/main" id="{801F5DBE-A9BE-1676-F3AA-714BCEB433B6}"/>
                </a:ext>
              </a:extLst>
            </p:cNvPr>
            <p:cNvSpPr/>
            <p:nvPr/>
          </p:nvSpPr>
          <p:spPr>
            <a:xfrm>
              <a:off x="567130" y="5600455"/>
              <a:ext cx="200923" cy="310901"/>
            </a:xfrm>
            <a:custGeom>
              <a:avLst/>
              <a:gdLst>
                <a:gd name="connsiteX0" fmla="*/ 187157 w 198120"/>
                <a:gd name="connsiteY0" fmla="*/ 0 h 325280"/>
                <a:gd name="connsiteX1" fmla="*/ 188449 w 198120"/>
                <a:gd name="connsiteY1" fmla="*/ 604 h 325280"/>
                <a:gd name="connsiteX2" fmla="*/ 198120 w 198120"/>
                <a:gd name="connsiteY2" fmla="*/ 26971 h 325280"/>
                <a:gd name="connsiteX3" fmla="*/ 198120 w 198120"/>
                <a:gd name="connsiteY3" fmla="*/ 287992 h 325280"/>
                <a:gd name="connsiteX4" fmla="*/ 165100 w 198120"/>
                <a:gd name="connsiteY4" fmla="*/ 325280 h 325280"/>
                <a:gd name="connsiteX5" fmla="*/ 33020 w 198120"/>
                <a:gd name="connsiteY5" fmla="*/ 325280 h 325280"/>
                <a:gd name="connsiteX6" fmla="*/ 0 w 198120"/>
                <a:gd name="connsiteY6" fmla="*/ 287992 h 325280"/>
                <a:gd name="connsiteX7" fmla="*/ 0 w 198120"/>
                <a:gd name="connsiteY7" fmla="*/ 52337 h 325280"/>
                <a:gd name="connsiteX8" fmla="*/ 22034 w 198120"/>
                <a:gd name="connsiteY8" fmla="*/ 47720 h 325280"/>
                <a:gd name="connsiteX9" fmla="*/ 60857 w 198120"/>
                <a:gd name="connsiteY9" fmla="*/ 20554 h 325280"/>
                <a:gd name="connsiteX10" fmla="*/ 67088 w 198120"/>
                <a:gd name="connsiteY10" fmla="*/ 10962 h 325280"/>
                <a:gd name="connsiteX11" fmla="*/ 162101 w 198120"/>
                <a:gd name="connsiteY11" fmla="*/ 10962 h 325280"/>
                <a:gd name="connsiteX12" fmla="*/ 185450 w 198120"/>
                <a:gd name="connsiteY12" fmla="*/ 3275 h 325280"/>
                <a:gd name="connsiteX13" fmla="*/ 187157 w 198120"/>
                <a:gd name="connsiteY13" fmla="*/ 0 h 32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8120" h="325280">
                  <a:moveTo>
                    <a:pt x="187157" y="0"/>
                  </a:moveTo>
                  <a:lnTo>
                    <a:pt x="188449" y="604"/>
                  </a:lnTo>
                  <a:cubicBezTo>
                    <a:pt x="194424" y="7352"/>
                    <a:pt x="198120" y="16674"/>
                    <a:pt x="198120" y="26971"/>
                  </a:cubicBezTo>
                  <a:lnTo>
                    <a:pt x="198120" y="287992"/>
                  </a:lnTo>
                  <a:cubicBezTo>
                    <a:pt x="198120" y="308585"/>
                    <a:pt x="183336" y="325280"/>
                    <a:pt x="165100" y="325280"/>
                  </a:cubicBezTo>
                  <a:lnTo>
                    <a:pt x="33020" y="325280"/>
                  </a:lnTo>
                  <a:cubicBezTo>
                    <a:pt x="14784" y="325280"/>
                    <a:pt x="0" y="308585"/>
                    <a:pt x="0" y="287992"/>
                  </a:cubicBezTo>
                  <a:lnTo>
                    <a:pt x="0" y="52337"/>
                  </a:lnTo>
                  <a:lnTo>
                    <a:pt x="22034" y="47720"/>
                  </a:lnTo>
                  <a:cubicBezTo>
                    <a:pt x="36646" y="41306"/>
                    <a:pt x="49805" y="32024"/>
                    <a:pt x="60857" y="20554"/>
                  </a:cubicBezTo>
                  <a:lnTo>
                    <a:pt x="67088" y="10962"/>
                  </a:lnTo>
                  <a:lnTo>
                    <a:pt x="162101" y="10962"/>
                  </a:lnTo>
                  <a:cubicBezTo>
                    <a:pt x="171219" y="10962"/>
                    <a:pt x="179474" y="8024"/>
                    <a:pt x="185450" y="3275"/>
                  </a:cubicBezTo>
                  <a:lnTo>
                    <a:pt x="187157" y="0"/>
                  </a:lnTo>
                  <a:close/>
                </a:path>
              </a:pathLst>
            </a:cu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2" name="任意多边形: 形状 301">
              <a:extLst>
                <a:ext uri="{FF2B5EF4-FFF2-40B4-BE49-F238E27FC236}">
                  <a16:creationId xmlns:a16="http://schemas.microsoft.com/office/drawing/2014/main" id="{B38A0A4E-9BDA-746F-3D18-4B99D65C92F6}"/>
                </a:ext>
              </a:extLst>
            </p:cNvPr>
            <p:cNvSpPr/>
            <p:nvPr/>
          </p:nvSpPr>
          <p:spPr>
            <a:xfrm>
              <a:off x="333097" y="5605011"/>
              <a:ext cx="200923" cy="309387"/>
            </a:xfrm>
            <a:custGeom>
              <a:avLst/>
              <a:gdLst>
                <a:gd name="connsiteX0" fmla="*/ 9312 w 198120"/>
                <a:gd name="connsiteY0" fmla="*/ 0 h 323696"/>
                <a:gd name="connsiteX1" fmla="*/ 28129 w 198120"/>
                <a:gd name="connsiteY1" fmla="*/ 6195 h 323696"/>
                <a:gd name="connsiteX2" fmla="*/ 112665 w 198120"/>
                <a:gd name="connsiteY2" fmla="*/ 6195 h 323696"/>
                <a:gd name="connsiteX3" fmla="*/ 118896 w 198120"/>
                <a:gd name="connsiteY3" fmla="*/ 15787 h 323696"/>
                <a:gd name="connsiteX4" fmla="*/ 157719 w 198120"/>
                <a:gd name="connsiteY4" fmla="*/ 42953 h 323696"/>
                <a:gd name="connsiteX5" fmla="*/ 198120 w 198120"/>
                <a:gd name="connsiteY5" fmla="*/ 51419 h 323696"/>
                <a:gd name="connsiteX6" fmla="*/ 198120 w 198120"/>
                <a:gd name="connsiteY6" fmla="*/ 286408 h 323696"/>
                <a:gd name="connsiteX7" fmla="*/ 165100 w 198120"/>
                <a:gd name="connsiteY7" fmla="*/ 323696 h 323696"/>
                <a:gd name="connsiteX8" fmla="*/ 33020 w 198120"/>
                <a:gd name="connsiteY8" fmla="*/ 323696 h 323696"/>
                <a:gd name="connsiteX9" fmla="*/ 0 w 198120"/>
                <a:gd name="connsiteY9" fmla="*/ 286408 h 323696"/>
                <a:gd name="connsiteX10" fmla="*/ 0 w 198120"/>
                <a:gd name="connsiteY10" fmla="*/ 25387 h 323696"/>
                <a:gd name="connsiteX11" fmla="*/ 9312 w 198120"/>
                <a:gd name="connsiteY11" fmla="*/ 0 h 32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20" h="323696">
                  <a:moveTo>
                    <a:pt x="9312" y="0"/>
                  </a:moveTo>
                  <a:lnTo>
                    <a:pt x="28129" y="6195"/>
                  </a:lnTo>
                  <a:lnTo>
                    <a:pt x="112665" y="6195"/>
                  </a:lnTo>
                  <a:lnTo>
                    <a:pt x="118896" y="15787"/>
                  </a:lnTo>
                  <a:cubicBezTo>
                    <a:pt x="129948" y="27257"/>
                    <a:pt x="143107" y="36539"/>
                    <a:pt x="157719" y="42953"/>
                  </a:cubicBezTo>
                  <a:lnTo>
                    <a:pt x="198120" y="51419"/>
                  </a:lnTo>
                  <a:lnTo>
                    <a:pt x="198120" y="286408"/>
                  </a:lnTo>
                  <a:cubicBezTo>
                    <a:pt x="198120" y="307001"/>
                    <a:pt x="183336" y="323696"/>
                    <a:pt x="165100" y="323696"/>
                  </a:cubicBezTo>
                  <a:lnTo>
                    <a:pt x="33020" y="323696"/>
                  </a:lnTo>
                  <a:cubicBezTo>
                    <a:pt x="14784" y="323696"/>
                    <a:pt x="0" y="307001"/>
                    <a:pt x="0" y="286408"/>
                  </a:cubicBezTo>
                  <a:lnTo>
                    <a:pt x="0" y="25387"/>
                  </a:lnTo>
                  <a:lnTo>
                    <a:pt x="9312" y="0"/>
                  </a:lnTo>
                  <a:close/>
                </a:path>
              </a:pathLst>
            </a:cu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3" name="任意多边形: 形状 302">
              <a:extLst>
                <a:ext uri="{FF2B5EF4-FFF2-40B4-BE49-F238E27FC236}">
                  <a16:creationId xmlns:a16="http://schemas.microsoft.com/office/drawing/2014/main" id="{30BDD97D-8B58-1627-27D2-AE3D7B4C42B1}"/>
                </a:ext>
              </a:extLst>
            </p:cNvPr>
            <p:cNvSpPr/>
            <p:nvPr/>
          </p:nvSpPr>
          <p:spPr>
            <a:xfrm>
              <a:off x="333097" y="5915908"/>
              <a:ext cx="200923" cy="320762"/>
            </a:xfrm>
            <a:custGeom>
              <a:avLst/>
              <a:gdLst>
                <a:gd name="connsiteX0" fmla="*/ 33020 w 198120"/>
                <a:gd name="connsiteY0" fmla="*/ 0 h 335598"/>
                <a:gd name="connsiteX1" fmla="*/ 165100 w 198120"/>
                <a:gd name="connsiteY1" fmla="*/ 0 h 335598"/>
                <a:gd name="connsiteX2" fmla="*/ 198120 w 198120"/>
                <a:gd name="connsiteY2" fmla="*/ 37289 h 335598"/>
                <a:gd name="connsiteX3" fmla="*/ 198120 w 198120"/>
                <a:gd name="connsiteY3" fmla="*/ 298310 h 335598"/>
                <a:gd name="connsiteX4" fmla="*/ 165100 w 198120"/>
                <a:gd name="connsiteY4" fmla="*/ 335598 h 335598"/>
                <a:gd name="connsiteX5" fmla="*/ 33020 w 198120"/>
                <a:gd name="connsiteY5" fmla="*/ 335598 h 335598"/>
                <a:gd name="connsiteX6" fmla="*/ 0 w 198120"/>
                <a:gd name="connsiteY6" fmla="*/ 298310 h 335598"/>
                <a:gd name="connsiteX7" fmla="*/ 0 w 198120"/>
                <a:gd name="connsiteY7" fmla="*/ 37289 h 335598"/>
                <a:gd name="connsiteX8" fmla="*/ 33020 w 198120"/>
                <a:gd name="connsiteY8" fmla="*/ 0 h 33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120" h="335598">
                  <a:moveTo>
                    <a:pt x="33020" y="0"/>
                  </a:moveTo>
                  <a:lnTo>
                    <a:pt x="165100" y="0"/>
                  </a:lnTo>
                  <a:cubicBezTo>
                    <a:pt x="183336" y="0"/>
                    <a:pt x="198120" y="16695"/>
                    <a:pt x="198120" y="37289"/>
                  </a:cubicBezTo>
                  <a:lnTo>
                    <a:pt x="198120" y="298310"/>
                  </a:lnTo>
                  <a:cubicBezTo>
                    <a:pt x="198120" y="318903"/>
                    <a:pt x="183336" y="335598"/>
                    <a:pt x="165100" y="335598"/>
                  </a:cubicBezTo>
                  <a:lnTo>
                    <a:pt x="33020" y="335598"/>
                  </a:lnTo>
                  <a:cubicBezTo>
                    <a:pt x="14784" y="335598"/>
                    <a:pt x="0" y="318903"/>
                    <a:pt x="0" y="298310"/>
                  </a:cubicBezTo>
                  <a:lnTo>
                    <a:pt x="0" y="37289"/>
                  </a:lnTo>
                  <a:cubicBezTo>
                    <a:pt x="0" y="16695"/>
                    <a:pt x="14784" y="0"/>
                    <a:pt x="33020" y="0"/>
                  </a:cubicBezTo>
                  <a:close/>
                </a:path>
              </a:pathLst>
            </a:cu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4" name="任意多边形: 形状 303">
              <a:extLst>
                <a:ext uri="{FF2B5EF4-FFF2-40B4-BE49-F238E27FC236}">
                  <a16:creationId xmlns:a16="http://schemas.microsoft.com/office/drawing/2014/main" id="{3BB3C53F-893A-4ABF-BEC8-135E0F979177}"/>
                </a:ext>
              </a:extLst>
            </p:cNvPr>
            <p:cNvSpPr/>
            <p:nvPr/>
          </p:nvSpPr>
          <p:spPr>
            <a:xfrm>
              <a:off x="567130" y="5915908"/>
              <a:ext cx="200923" cy="320762"/>
            </a:xfrm>
            <a:custGeom>
              <a:avLst/>
              <a:gdLst>
                <a:gd name="connsiteX0" fmla="*/ 33020 w 198120"/>
                <a:gd name="connsiteY0" fmla="*/ 0 h 335598"/>
                <a:gd name="connsiteX1" fmla="*/ 165100 w 198120"/>
                <a:gd name="connsiteY1" fmla="*/ 0 h 335598"/>
                <a:gd name="connsiteX2" fmla="*/ 198120 w 198120"/>
                <a:gd name="connsiteY2" fmla="*/ 37289 h 335598"/>
                <a:gd name="connsiteX3" fmla="*/ 198120 w 198120"/>
                <a:gd name="connsiteY3" fmla="*/ 298310 h 335598"/>
                <a:gd name="connsiteX4" fmla="*/ 165100 w 198120"/>
                <a:gd name="connsiteY4" fmla="*/ 335598 h 335598"/>
                <a:gd name="connsiteX5" fmla="*/ 33020 w 198120"/>
                <a:gd name="connsiteY5" fmla="*/ 335598 h 335598"/>
                <a:gd name="connsiteX6" fmla="*/ 0 w 198120"/>
                <a:gd name="connsiteY6" fmla="*/ 298310 h 335598"/>
                <a:gd name="connsiteX7" fmla="*/ 0 w 198120"/>
                <a:gd name="connsiteY7" fmla="*/ 37289 h 335598"/>
                <a:gd name="connsiteX8" fmla="*/ 33020 w 198120"/>
                <a:gd name="connsiteY8" fmla="*/ 0 h 33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120" h="335598">
                  <a:moveTo>
                    <a:pt x="33020" y="0"/>
                  </a:moveTo>
                  <a:lnTo>
                    <a:pt x="165100" y="0"/>
                  </a:lnTo>
                  <a:cubicBezTo>
                    <a:pt x="183336" y="0"/>
                    <a:pt x="198120" y="16695"/>
                    <a:pt x="198120" y="37289"/>
                  </a:cubicBezTo>
                  <a:lnTo>
                    <a:pt x="198120" y="298310"/>
                  </a:lnTo>
                  <a:cubicBezTo>
                    <a:pt x="198120" y="318903"/>
                    <a:pt x="183336" y="335598"/>
                    <a:pt x="165100" y="335598"/>
                  </a:cubicBezTo>
                  <a:lnTo>
                    <a:pt x="33020" y="335598"/>
                  </a:lnTo>
                  <a:cubicBezTo>
                    <a:pt x="14784" y="335598"/>
                    <a:pt x="0" y="318903"/>
                    <a:pt x="0" y="298310"/>
                  </a:cubicBezTo>
                  <a:lnTo>
                    <a:pt x="0" y="37289"/>
                  </a:lnTo>
                  <a:cubicBezTo>
                    <a:pt x="0" y="16695"/>
                    <a:pt x="14784" y="0"/>
                    <a:pt x="33020" y="0"/>
                  </a:cubicBezTo>
                  <a:close/>
                </a:path>
              </a:pathLst>
            </a:cu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5" name="流程图: 接点 304">
              <a:extLst>
                <a:ext uri="{FF2B5EF4-FFF2-40B4-BE49-F238E27FC236}">
                  <a16:creationId xmlns:a16="http://schemas.microsoft.com/office/drawing/2014/main" id="{4844D443-5523-F8C2-83FD-534DF7E671C0}"/>
                </a:ext>
              </a:extLst>
            </p:cNvPr>
            <p:cNvSpPr/>
            <p:nvPr/>
          </p:nvSpPr>
          <p:spPr>
            <a:xfrm>
              <a:off x="458740" y="5456309"/>
              <a:ext cx="169480" cy="164243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34001B94-9F90-1799-7FEA-C34D908362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91" y="4565914"/>
              <a:ext cx="3609" cy="448846"/>
            </a:xfrm>
            <a:prstGeom prst="line">
              <a:avLst/>
            </a:prstGeom>
            <a:noFill/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EDC0C238-F234-B64F-C831-C2DC6F727B83}"/>
                </a:ext>
              </a:extLst>
            </p:cNvPr>
            <p:cNvCxnSpPr>
              <a:cxnSpLocks/>
            </p:cNvCxnSpPr>
            <p:nvPr/>
          </p:nvCxnSpPr>
          <p:spPr>
            <a:xfrm>
              <a:off x="430461" y="6236671"/>
              <a:ext cx="0" cy="413909"/>
            </a:xfrm>
            <a:prstGeom prst="line">
              <a:avLst/>
            </a:prstGeom>
            <a:noFill/>
            <a:ln w="28575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DDA5150E-2572-2E66-F314-1883500F290B}"/>
                </a:ext>
              </a:extLst>
            </p:cNvPr>
            <p:cNvCxnSpPr>
              <a:cxnSpLocks/>
            </p:cNvCxnSpPr>
            <p:nvPr/>
          </p:nvCxnSpPr>
          <p:spPr>
            <a:xfrm>
              <a:off x="667591" y="6236671"/>
              <a:ext cx="0" cy="413909"/>
            </a:xfrm>
            <a:prstGeom prst="line">
              <a:avLst/>
            </a:prstGeom>
            <a:noFill/>
            <a:ln w="28575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0293D977-32B9-C9A9-0F08-998E39436E96}"/>
                </a:ext>
              </a:extLst>
            </p:cNvPr>
            <p:cNvCxnSpPr>
              <a:cxnSpLocks/>
            </p:cNvCxnSpPr>
            <p:nvPr/>
          </p:nvCxnSpPr>
          <p:spPr>
            <a:xfrm>
              <a:off x="421633" y="6329986"/>
              <a:ext cx="238762" cy="0"/>
            </a:xfrm>
            <a:prstGeom prst="line">
              <a:avLst/>
            </a:prstGeom>
            <a:noFill/>
            <a:ln w="381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10" name="连接符: 曲线 309">
              <a:extLst>
                <a:ext uri="{FF2B5EF4-FFF2-40B4-BE49-F238E27FC236}">
                  <a16:creationId xmlns:a16="http://schemas.microsoft.com/office/drawing/2014/main" id="{482BD726-FD38-13F4-9574-82F173FA7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63" y="4922865"/>
              <a:ext cx="729494" cy="662766"/>
            </a:xfrm>
            <a:prstGeom prst="curved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11" name="流程图: 可选过程 310">
              <a:extLst>
                <a:ext uri="{FF2B5EF4-FFF2-40B4-BE49-F238E27FC236}">
                  <a16:creationId xmlns:a16="http://schemas.microsoft.com/office/drawing/2014/main" id="{362FCADB-A9A2-CFA6-4AAD-8E197DFE2772}"/>
                </a:ext>
              </a:extLst>
            </p:cNvPr>
            <p:cNvSpPr/>
            <p:nvPr/>
          </p:nvSpPr>
          <p:spPr>
            <a:xfrm>
              <a:off x="1483356" y="4766277"/>
              <a:ext cx="729494" cy="287684"/>
            </a:xfrm>
            <a:prstGeom prst="flowChartAlternateProcess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HLA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2" name="流程图: 可选过程 311">
              <a:extLst>
                <a:ext uri="{FF2B5EF4-FFF2-40B4-BE49-F238E27FC236}">
                  <a16:creationId xmlns:a16="http://schemas.microsoft.com/office/drawing/2014/main" id="{D196917D-29DA-EE6D-BCF2-43D86FCB6DFA}"/>
                </a:ext>
              </a:extLst>
            </p:cNvPr>
            <p:cNvSpPr/>
            <p:nvPr/>
          </p:nvSpPr>
          <p:spPr>
            <a:xfrm>
              <a:off x="1484023" y="6115806"/>
              <a:ext cx="729494" cy="287684"/>
            </a:xfrm>
            <a:prstGeom prst="flowChartAlternateProcess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TCR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7504C569-7708-0CD4-5360-30CFAEA057F0}"/>
                </a:ext>
              </a:extLst>
            </p:cNvPr>
            <p:cNvCxnSpPr>
              <a:cxnSpLocks/>
            </p:cNvCxnSpPr>
            <p:nvPr/>
          </p:nvCxnSpPr>
          <p:spPr>
            <a:xfrm>
              <a:off x="753863" y="5590182"/>
              <a:ext cx="729494" cy="14828"/>
            </a:xfrm>
            <a:prstGeom prst="straightConnector1">
              <a:avLst/>
            </a:prstGeom>
            <a:noFill/>
            <a:ln w="635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14" name="流程图: 可选过程 313">
              <a:extLst>
                <a:ext uri="{FF2B5EF4-FFF2-40B4-BE49-F238E27FC236}">
                  <a16:creationId xmlns:a16="http://schemas.microsoft.com/office/drawing/2014/main" id="{7647C11C-8CF2-814B-EAE6-46BECDE0460F}"/>
                </a:ext>
              </a:extLst>
            </p:cNvPr>
            <p:cNvSpPr/>
            <p:nvPr/>
          </p:nvSpPr>
          <p:spPr>
            <a:xfrm>
              <a:off x="1483355" y="5461169"/>
              <a:ext cx="729494" cy="287684"/>
            </a:xfrm>
            <a:prstGeom prst="flowChartAlternateProcess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peptide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15" name="连接符: 曲线 314">
              <a:extLst>
                <a:ext uri="{FF2B5EF4-FFF2-40B4-BE49-F238E27FC236}">
                  <a16:creationId xmlns:a16="http://schemas.microsoft.com/office/drawing/2014/main" id="{507C6D52-E5EF-18B6-A805-5E269DAC1A89}"/>
                </a:ext>
              </a:extLst>
            </p:cNvPr>
            <p:cNvCxnSpPr>
              <a:cxnSpLocks/>
            </p:cNvCxnSpPr>
            <p:nvPr/>
          </p:nvCxnSpPr>
          <p:spPr>
            <a:xfrm>
              <a:off x="753862" y="5596882"/>
              <a:ext cx="729494" cy="662766"/>
            </a:xfrm>
            <a:prstGeom prst="curved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DD3D664B-D7F3-4932-C353-98079B63CDA9}"/>
              </a:ext>
            </a:extLst>
          </p:cNvPr>
          <p:cNvGrpSpPr/>
          <p:nvPr/>
        </p:nvGrpSpPr>
        <p:grpSpPr>
          <a:xfrm>
            <a:off x="2426972" y="4619427"/>
            <a:ext cx="1510704" cy="1458889"/>
            <a:chOff x="2644701" y="4807557"/>
            <a:chExt cx="1510704" cy="1458889"/>
          </a:xfrm>
        </p:grpSpPr>
        <p:sp>
          <p:nvSpPr>
            <p:cNvPr id="347" name="流程图: 接点 346">
              <a:extLst>
                <a:ext uri="{FF2B5EF4-FFF2-40B4-BE49-F238E27FC236}">
                  <a16:creationId xmlns:a16="http://schemas.microsoft.com/office/drawing/2014/main" id="{9760B9FC-6C78-3E9F-9A6D-812C7551649D}"/>
                </a:ext>
              </a:extLst>
            </p:cNvPr>
            <p:cNvSpPr/>
            <p:nvPr/>
          </p:nvSpPr>
          <p:spPr>
            <a:xfrm>
              <a:off x="3361941" y="6063660"/>
              <a:ext cx="195755" cy="202786"/>
            </a:xfrm>
            <a:prstGeom prst="flowChartConnector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8" name="流程图: 接点 347">
              <a:extLst>
                <a:ext uri="{FF2B5EF4-FFF2-40B4-BE49-F238E27FC236}">
                  <a16:creationId xmlns:a16="http://schemas.microsoft.com/office/drawing/2014/main" id="{47E77914-25AD-0B50-1A99-2880D90D527E}"/>
                </a:ext>
              </a:extLst>
            </p:cNvPr>
            <p:cNvSpPr/>
            <p:nvPr/>
          </p:nvSpPr>
          <p:spPr>
            <a:xfrm>
              <a:off x="3959650" y="5836854"/>
              <a:ext cx="195755" cy="202786"/>
            </a:xfrm>
            <a:prstGeom prst="flowChartConnector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9" name="流程图: 接点 348">
              <a:extLst>
                <a:ext uri="{FF2B5EF4-FFF2-40B4-BE49-F238E27FC236}">
                  <a16:creationId xmlns:a16="http://schemas.microsoft.com/office/drawing/2014/main" id="{01D8071C-EB3C-3522-1F6D-5914A22FBDEF}"/>
                </a:ext>
              </a:extLst>
            </p:cNvPr>
            <p:cNvSpPr/>
            <p:nvPr/>
          </p:nvSpPr>
          <p:spPr>
            <a:xfrm>
              <a:off x="2795602" y="5080455"/>
              <a:ext cx="195755" cy="202786"/>
            </a:xfrm>
            <a:prstGeom prst="flowChartConnector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0" name="流程图: 接点 349">
              <a:extLst>
                <a:ext uri="{FF2B5EF4-FFF2-40B4-BE49-F238E27FC236}">
                  <a16:creationId xmlns:a16="http://schemas.microsoft.com/office/drawing/2014/main" id="{94473E89-12FE-C7ED-F737-4DBE229A6748}"/>
                </a:ext>
              </a:extLst>
            </p:cNvPr>
            <p:cNvSpPr/>
            <p:nvPr/>
          </p:nvSpPr>
          <p:spPr>
            <a:xfrm>
              <a:off x="2644701" y="5664938"/>
              <a:ext cx="195755" cy="202786"/>
            </a:xfrm>
            <a:prstGeom prst="flowChartConnector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1" name="流程图: 接点 350">
              <a:extLst>
                <a:ext uri="{FF2B5EF4-FFF2-40B4-BE49-F238E27FC236}">
                  <a16:creationId xmlns:a16="http://schemas.microsoft.com/office/drawing/2014/main" id="{5518172B-8693-2BAD-9179-750DF46AF7B5}"/>
                </a:ext>
              </a:extLst>
            </p:cNvPr>
            <p:cNvSpPr/>
            <p:nvPr/>
          </p:nvSpPr>
          <p:spPr>
            <a:xfrm>
              <a:off x="3237781" y="5637612"/>
              <a:ext cx="195755" cy="202786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2" name="流程图: 接点 351">
              <a:extLst>
                <a:ext uri="{FF2B5EF4-FFF2-40B4-BE49-F238E27FC236}">
                  <a16:creationId xmlns:a16="http://schemas.microsoft.com/office/drawing/2014/main" id="{492836D0-EB06-E8F6-AD5A-20609F3C8D65}"/>
                </a:ext>
              </a:extLst>
            </p:cNvPr>
            <p:cNvSpPr/>
            <p:nvPr/>
          </p:nvSpPr>
          <p:spPr>
            <a:xfrm>
              <a:off x="3559550" y="5234405"/>
              <a:ext cx="195755" cy="202786"/>
            </a:xfrm>
            <a:prstGeom prst="flowChartConnector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A155AC3D-5459-BF7F-B7CE-2E80DE90C51B}"/>
                </a:ext>
              </a:extLst>
            </p:cNvPr>
            <p:cNvCxnSpPr>
              <a:cxnSpLocks/>
              <a:stCxn id="351" idx="2"/>
              <a:endCxn id="350" idx="6"/>
            </p:cNvCxnSpPr>
            <p:nvPr/>
          </p:nvCxnSpPr>
          <p:spPr>
            <a:xfrm flipH="1">
              <a:off x="2840456" y="5739005"/>
              <a:ext cx="397325" cy="2732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5D5AC2CE-5308-D2A9-7C7E-AD8BAD08B1DB}"/>
                </a:ext>
              </a:extLst>
            </p:cNvPr>
            <p:cNvCxnSpPr>
              <a:cxnSpLocks/>
              <a:stCxn id="352" idx="2"/>
              <a:endCxn id="349" idx="5"/>
            </p:cNvCxnSpPr>
            <p:nvPr/>
          </p:nvCxnSpPr>
          <p:spPr>
            <a:xfrm flipH="1" flipV="1">
              <a:off x="2962689" y="5253544"/>
              <a:ext cx="596861" cy="82254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5" name="直接连接符 354">
              <a:extLst>
                <a:ext uri="{FF2B5EF4-FFF2-40B4-BE49-F238E27FC236}">
                  <a16:creationId xmlns:a16="http://schemas.microsoft.com/office/drawing/2014/main" id="{715CC2CE-EDB1-3932-D073-06B34C9DF217}"/>
                </a:ext>
              </a:extLst>
            </p:cNvPr>
            <p:cNvCxnSpPr>
              <a:cxnSpLocks/>
              <a:stCxn id="352" idx="3"/>
              <a:endCxn id="350" idx="7"/>
            </p:cNvCxnSpPr>
            <p:nvPr/>
          </p:nvCxnSpPr>
          <p:spPr>
            <a:xfrm flipH="1">
              <a:off x="2811788" y="5407494"/>
              <a:ext cx="776430" cy="287141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46C8B673-7279-EA5A-7C63-B5C8C9AF38F2}"/>
                </a:ext>
              </a:extLst>
            </p:cNvPr>
            <p:cNvCxnSpPr>
              <a:cxnSpLocks/>
              <a:stCxn id="351" idx="5"/>
              <a:endCxn id="347" idx="0"/>
            </p:cNvCxnSpPr>
            <p:nvPr/>
          </p:nvCxnSpPr>
          <p:spPr>
            <a:xfrm>
              <a:off x="3404868" y="5810701"/>
              <a:ext cx="54951" cy="25295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7" name="直接连接符 356">
              <a:extLst>
                <a:ext uri="{FF2B5EF4-FFF2-40B4-BE49-F238E27FC236}">
                  <a16:creationId xmlns:a16="http://schemas.microsoft.com/office/drawing/2014/main" id="{D71A6135-F1A6-0B90-3721-2B69774FAD86}"/>
                </a:ext>
              </a:extLst>
            </p:cNvPr>
            <p:cNvCxnSpPr>
              <a:cxnSpLocks/>
              <a:stCxn id="352" idx="5"/>
              <a:endCxn id="348" idx="0"/>
            </p:cNvCxnSpPr>
            <p:nvPr/>
          </p:nvCxnSpPr>
          <p:spPr>
            <a:xfrm>
              <a:off x="3726637" y="5407494"/>
              <a:ext cx="330891" cy="42936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73FE7CD0-AB1F-B237-E806-34C485D3A526}"/>
                </a:ext>
              </a:extLst>
            </p:cNvPr>
            <p:cNvCxnSpPr>
              <a:cxnSpLocks/>
              <a:stCxn id="351" idx="6"/>
              <a:endCxn id="348" idx="2"/>
            </p:cNvCxnSpPr>
            <p:nvPr/>
          </p:nvCxnSpPr>
          <p:spPr>
            <a:xfrm>
              <a:off x="3433536" y="5739005"/>
              <a:ext cx="526114" cy="19924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59" name="流程图: 接点 358">
              <a:extLst>
                <a:ext uri="{FF2B5EF4-FFF2-40B4-BE49-F238E27FC236}">
                  <a16:creationId xmlns:a16="http://schemas.microsoft.com/office/drawing/2014/main" id="{2DE9C29F-E31A-7699-79EC-6D4B007AE635}"/>
                </a:ext>
              </a:extLst>
            </p:cNvPr>
            <p:cNvSpPr/>
            <p:nvPr/>
          </p:nvSpPr>
          <p:spPr>
            <a:xfrm>
              <a:off x="3892082" y="4807557"/>
              <a:ext cx="195755" cy="202786"/>
            </a:xfrm>
            <a:prstGeom prst="flowChartConnector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B7DC3825-DCF1-C50C-70D9-A619D3204D9A}"/>
                </a:ext>
              </a:extLst>
            </p:cNvPr>
            <p:cNvCxnSpPr>
              <a:cxnSpLocks/>
              <a:stCxn id="359" idx="3"/>
              <a:endCxn id="352" idx="7"/>
            </p:cNvCxnSpPr>
            <p:nvPr/>
          </p:nvCxnSpPr>
          <p:spPr>
            <a:xfrm flipH="1">
              <a:off x="3726637" y="4980646"/>
              <a:ext cx="194113" cy="283456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cxnSp>
        <p:nvCxnSpPr>
          <p:cNvPr id="361" name="直接箭头连接符 360">
            <a:extLst>
              <a:ext uri="{FF2B5EF4-FFF2-40B4-BE49-F238E27FC236}">
                <a16:creationId xmlns:a16="http://schemas.microsoft.com/office/drawing/2014/main" id="{3662DE93-1F8A-2C12-4D1D-4CFC033549DE}"/>
              </a:ext>
            </a:extLst>
          </p:cNvPr>
          <p:cNvCxnSpPr/>
          <p:nvPr/>
        </p:nvCxnSpPr>
        <p:spPr>
          <a:xfrm>
            <a:off x="2055602" y="5478194"/>
            <a:ext cx="292231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69" name="流程图: 可选过程 368">
            <a:extLst>
              <a:ext uri="{FF2B5EF4-FFF2-40B4-BE49-F238E27FC236}">
                <a16:creationId xmlns:a16="http://schemas.microsoft.com/office/drawing/2014/main" id="{85EAF6F7-046E-DDB4-A0DB-5FE7D1F6067C}"/>
              </a:ext>
            </a:extLst>
          </p:cNvPr>
          <p:cNvSpPr/>
          <p:nvPr/>
        </p:nvSpPr>
        <p:spPr>
          <a:xfrm>
            <a:off x="4328723" y="3057248"/>
            <a:ext cx="492760" cy="300990"/>
          </a:xfrm>
          <a:prstGeom prst="flowChartAlternateProcess">
            <a:avLst/>
          </a:prstGeom>
          <a:solidFill>
            <a:srgbClr val="C01827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charset="-122"/>
                <a:cs typeface="+mn-cs"/>
              </a:rPr>
              <a:t>ESM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charset="-122"/>
              <a:cs typeface="+mn-cs"/>
            </a:endParaRPr>
          </a:p>
        </p:txBody>
      </p: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483C5B7D-54F3-8461-6DF3-E4AABDA62072}"/>
              </a:ext>
            </a:extLst>
          </p:cNvPr>
          <p:cNvCxnSpPr>
            <a:cxnSpLocks/>
            <a:endCxn id="369" idx="1"/>
          </p:cNvCxnSpPr>
          <p:nvPr/>
        </p:nvCxnSpPr>
        <p:spPr>
          <a:xfrm>
            <a:off x="3863767" y="3207743"/>
            <a:ext cx="464956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3" name="直接箭头连接符 372">
            <a:extLst>
              <a:ext uri="{FF2B5EF4-FFF2-40B4-BE49-F238E27FC236}">
                <a16:creationId xmlns:a16="http://schemas.microsoft.com/office/drawing/2014/main" id="{48D676E2-53B1-6DA0-F742-77092F6B02B1}"/>
              </a:ext>
            </a:extLst>
          </p:cNvPr>
          <p:cNvCxnSpPr>
            <a:cxnSpLocks/>
            <a:endCxn id="369" idx="0"/>
          </p:cNvCxnSpPr>
          <p:nvPr/>
        </p:nvCxnSpPr>
        <p:spPr>
          <a:xfrm>
            <a:off x="3765889" y="1233695"/>
            <a:ext cx="809214" cy="182355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B3D6637E-3119-AE87-38B1-3BC864061496}"/>
              </a:ext>
            </a:extLst>
          </p:cNvPr>
          <p:cNvCxnSpPr>
            <a:cxnSpLocks/>
            <a:endCxn id="369" idx="2"/>
          </p:cNvCxnSpPr>
          <p:nvPr/>
        </p:nvCxnSpPr>
        <p:spPr>
          <a:xfrm flipV="1">
            <a:off x="4012269" y="3358238"/>
            <a:ext cx="562834" cy="197648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8544B6F4-9EE9-1CB4-13A9-BC667541F96C}"/>
              </a:ext>
            </a:extLst>
          </p:cNvPr>
          <p:cNvGrpSpPr/>
          <p:nvPr/>
        </p:nvGrpSpPr>
        <p:grpSpPr>
          <a:xfrm>
            <a:off x="5232857" y="1556054"/>
            <a:ext cx="1632635" cy="3762827"/>
            <a:chOff x="5249791" y="997177"/>
            <a:chExt cx="1632635" cy="3762827"/>
          </a:xfrm>
        </p:grpSpPr>
        <p:sp>
          <p:nvSpPr>
            <p:cNvPr id="384" name="流程图: 可选过程 383">
              <a:extLst>
                <a:ext uri="{FF2B5EF4-FFF2-40B4-BE49-F238E27FC236}">
                  <a16:creationId xmlns:a16="http://schemas.microsoft.com/office/drawing/2014/main" id="{B86BCC11-FC26-DA85-24B6-331DDF913EAD}"/>
                </a:ext>
              </a:extLst>
            </p:cNvPr>
            <p:cNvSpPr/>
            <p:nvPr/>
          </p:nvSpPr>
          <p:spPr>
            <a:xfrm>
              <a:off x="5249791" y="997177"/>
              <a:ext cx="1632635" cy="3762827"/>
            </a:xfrm>
            <a:prstGeom prst="flowChartAlternateProcess">
              <a:avLst/>
            </a:prstGeom>
            <a:solidFill>
              <a:srgbClr val="FFC000">
                <a:lumMod val="20000"/>
                <a:lumOff val="80000"/>
              </a:srgbClr>
            </a:solidFill>
            <a:ln w="9525" cap="flat" cmpd="sng" algn="ctr">
              <a:solidFill>
                <a:srgbClr val="FFC000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85" name="流程图: 可选过程 384">
              <a:extLst>
                <a:ext uri="{FF2B5EF4-FFF2-40B4-BE49-F238E27FC236}">
                  <a16:creationId xmlns:a16="http://schemas.microsoft.com/office/drawing/2014/main" id="{AB701F3B-01B7-BC73-F5CE-9B9394E524D6}"/>
                </a:ext>
              </a:extLst>
            </p:cNvPr>
            <p:cNvSpPr/>
            <p:nvPr/>
          </p:nvSpPr>
          <p:spPr>
            <a:xfrm>
              <a:off x="5607350" y="1445891"/>
              <a:ext cx="917516" cy="538730"/>
            </a:xfrm>
            <a:prstGeom prst="flowChartAlternateProcess">
              <a:avLst/>
            </a:prstGeom>
            <a:solidFill>
              <a:srgbClr val="8AB07C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Embedding Layers</a:t>
              </a:r>
            </a:p>
          </p:txBody>
        </p:sp>
        <p:sp>
          <p:nvSpPr>
            <p:cNvPr id="386" name="流程图: 可选过程 385">
              <a:extLst>
                <a:ext uri="{FF2B5EF4-FFF2-40B4-BE49-F238E27FC236}">
                  <a16:creationId xmlns:a16="http://schemas.microsoft.com/office/drawing/2014/main" id="{57F2BEAB-C279-126D-10D9-A284400B78C8}"/>
                </a:ext>
              </a:extLst>
            </p:cNvPr>
            <p:cNvSpPr/>
            <p:nvPr/>
          </p:nvSpPr>
          <p:spPr>
            <a:xfrm>
              <a:off x="5626205" y="2321357"/>
              <a:ext cx="879806" cy="538730"/>
            </a:xfrm>
            <a:prstGeom prst="flowChartAlternateProcess">
              <a:avLst/>
            </a:prstGeom>
            <a:solidFill>
              <a:srgbClr val="E58B7B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Neighbor Sampling</a:t>
              </a:r>
            </a:p>
          </p:txBody>
        </p:sp>
        <p:sp>
          <p:nvSpPr>
            <p:cNvPr id="387" name="流程图: 可选过程 386">
              <a:extLst>
                <a:ext uri="{FF2B5EF4-FFF2-40B4-BE49-F238E27FC236}">
                  <a16:creationId xmlns:a16="http://schemas.microsoft.com/office/drawing/2014/main" id="{A6124AAE-28AF-0B0B-3D0D-A51994C57F5A}"/>
                </a:ext>
              </a:extLst>
            </p:cNvPr>
            <p:cNvSpPr/>
            <p:nvPr/>
          </p:nvSpPr>
          <p:spPr>
            <a:xfrm>
              <a:off x="5390296" y="3196823"/>
              <a:ext cx="1351625" cy="538730"/>
            </a:xfrm>
            <a:prstGeom prst="flowChartAlternateProcess">
              <a:avLst/>
            </a:prstGeom>
            <a:solidFill>
              <a:srgbClr val="78B7C9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GATMessagePass</a:t>
              </a:r>
            </a:p>
          </p:txBody>
        </p:sp>
        <p:sp>
          <p:nvSpPr>
            <p:cNvPr id="388" name="流程图: 可选过程 387">
              <a:extLst>
                <a:ext uri="{FF2B5EF4-FFF2-40B4-BE49-F238E27FC236}">
                  <a16:creationId xmlns:a16="http://schemas.microsoft.com/office/drawing/2014/main" id="{B3A28C0C-9992-1C03-7FCF-FEDBA25489D3}"/>
                </a:ext>
              </a:extLst>
            </p:cNvPr>
            <p:cNvSpPr/>
            <p:nvPr/>
          </p:nvSpPr>
          <p:spPr>
            <a:xfrm>
              <a:off x="5564043" y="4072288"/>
              <a:ext cx="1004131" cy="538730"/>
            </a:xfrm>
            <a:prstGeom prst="flowChartAlternateProcess">
              <a:avLst/>
            </a:prstGeom>
            <a:solidFill>
              <a:srgbClr val="F3A36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Aggregation Function</a:t>
              </a:r>
            </a:p>
          </p:txBody>
        </p:sp>
        <p:cxnSp>
          <p:nvCxnSpPr>
            <p:cNvPr id="389" name="直接箭头连接符 388">
              <a:extLst>
                <a:ext uri="{FF2B5EF4-FFF2-40B4-BE49-F238E27FC236}">
                  <a16:creationId xmlns:a16="http://schemas.microsoft.com/office/drawing/2014/main" id="{F3F0A62E-EC54-B4F3-0D99-4AE76C342C2D}"/>
                </a:ext>
              </a:extLst>
            </p:cNvPr>
            <p:cNvCxnSpPr>
              <a:cxnSpLocks/>
              <a:stCxn id="385" idx="2"/>
              <a:endCxn id="386" idx="0"/>
            </p:cNvCxnSpPr>
            <p:nvPr/>
          </p:nvCxnSpPr>
          <p:spPr>
            <a:xfrm>
              <a:off x="6066108" y="1984621"/>
              <a:ext cx="0" cy="336736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90" name="直接箭头连接符 389">
              <a:extLst>
                <a:ext uri="{FF2B5EF4-FFF2-40B4-BE49-F238E27FC236}">
                  <a16:creationId xmlns:a16="http://schemas.microsoft.com/office/drawing/2014/main" id="{A7B821DB-12A6-39E4-E749-8486FEA275E4}"/>
                </a:ext>
              </a:extLst>
            </p:cNvPr>
            <p:cNvCxnSpPr>
              <a:cxnSpLocks/>
              <a:stCxn id="386" idx="2"/>
              <a:endCxn id="387" idx="0"/>
            </p:cNvCxnSpPr>
            <p:nvPr/>
          </p:nvCxnSpPr>
          <p:spPr>
            <a:xfrm>
              <a:off x="6066108" y="2860087"/>
              <a:ext cx="1" cy="336736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91" name="直接箭头连接符 390">
              <a:extLst>
                <a:ext uri="{FF2B5EF4-FFF2-40B4-BE49-F238E27FC236}">
                  <a16:creationId xmlns:a16="http://schemas.microsoft.com/office/drawing/2014/main" id="{95BF7EF7-A1E9-3616-C935-5E03555054B4}"/>
                </a:ext>
              </a:extLst>
            </p:cNvPr>
            <p:cNvCxnSpPr>
              <a:cxnSpLocks/>
              <a:stCxn id="387" idx="2"/>
              <a:endCxn id="388" idx="0"/>
            </p:cNvCxnSpPr>
            <p:nvPr/>
          </p:nvCxnSpPr>
          <p:spPr>
            <a:xfrm>
              <a:off x="6066109" y="3735553"/>
              <a:ext cx="0" cy="33673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92" name="矩形 391">
              <a:extLst>
                <a:ext uri="{FF2B5EF4-FFF2-40B4-BE49-F238E27FC236}">
                  <a16:creationId xmlns:a16="http://schemas.microsoft.com/office/drawing/2014/main" id="{AC3D72C0-44F5-8A67-E299-91BB1282B31A}"/>
                </a:ext>
              </a:extLst>
            </p:cNvPr>
            <p:cNvSpPr/>
            <p:nvPr/>
          </p:nvSpPr>
          <p:spPr>
            <a:xfrm>
              <a:off x="5425350" y="1071775"/>
              <a:ext cx="1281516" cy="2769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KGA</a:t>
              </a:r>
              <a:r>
                <a:rPr lang="en-US" altLang="zh-CN" sz="1200" kern="0" dirty="0">
                  <a:solidFill>
                    <a:prstClr val="black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N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Encoder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71" name="流程图: 可选过程 470">
            <a:extLst>
              <a:ext uri="{FF2B5EF4-FFF2-40B4-BE49-F238E27FC236}">
                <a16:creationId xmlns:a16="http://schemas.microsoft.com/office/drawing/2014/main" id="{922F6712-A456-A92B-72D1-8BBD4CFEC694}"/>
              </a:ext>
            </a:extLst>
          </p:cNvPr>
          <p:cNvSpPr/>
          <p:nvPr/>
        </p:nvSpPr>
        <p:spPr>
          <a:xfrm>
            <a:off x="7255787" y="1397478"/>
            <a:ext cx="2203931" cy="4080713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流程图: 可选过程 471">
            <a:extLst>
              <a:ext uri="{FF2B5EF4-FFF2-40B4-BE49-F238E27FC236}">
                <a16:creationId xmlns:a16="http://schemas.microsoft.com/office/drawing/2014/main" id="{20DA9A30-5722-E3BA-7861-C0BA25386908}"/>
              </a:ext>
            </a:extLst>
          </p:cNvPr>
          <p:cNvSpPr/>
          <p:nvPr/>
        </p:nvSpPr>
        <p:spPr>
          <a:xfrm>
            <a:off x="7724351" y="4163788"/>
            <a:ext cx="1155950" cy="506490"/>
          </a:xfrm>
          <a:prstGeom prst="flowChartAlternateProcess">
            <a:avLst/>
          </a:prstGeom>
          <a:solidFill>
            <a:srgbClr val="F3C47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Causal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multihead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attention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473" name="流程图: 可选过程 472">
            <a:extLst>
              <a:ext uri="{FF2B5EF4-FFF2-40B4-BE49-F238E27FC236}">
                <a16:creationId xmlns:a16="http://schemas.microsoft.com/office/drawing/2014/main" id="{BB5C0537-2C1B-759C-43DB-7E9BCB2F8528}"/>
              </a:ext>
            </a:extLst>
          </p:cNvPr>
          <p:cNvSpPr/>
          <p:nvPr/>
        </p:nvSpPr>
        <p:spPr>
          <a:xfrm>
            <a:off x="7713975" y="3091310"/>
            <a:ext cx="1155950" cy="506490"/>
          </a:xfrm>
          <a:prstGeom prst="flowChartAlternateProcess">
            <a:avLst/>
          </a:prstGeom>
          <a:solidFill>
            <a:srgbClr val="F3C47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Multihead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cross-attention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474" name="流程图: 可选过程 473">
            <a:extLst>
              <a:ext uri="{FF2B5EF4-FFF2-40B4-BE49-F238E27FC236}">
                <a16:creationId xmlns:a16="http://schemas.microsoft.com/office/drawing/2014/main" id="{DD7E2ED8-326C-1E51-588E-A1B891A53885}"/>
              </a:ext>
            </a:extLst>
          </p:cNvPr>
          <p:cNvSpPr/>
          <p:nvPr/>
        </p:nvSpPr>
        <p:spPr>
          <a:xfrm>
            <a:off x="7735765" y="3753622"/>
            <a:ext cx="1133118" cy="239727"/>
          </a:xfrm>
          <a:prstGeom prst="flowChartAlternateProcess">
            <a:avLst/>
          </a:prstGeom>
          <a:solidFill>
            <a:srgbClr val="B0CAD7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LayerNorm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475" name="流程图: 可选过程 474">
            <a:extLst>
              <a:ext uri="{FF2B5EF4-FFF2-40B4-BE49-F238E27FC236}">
                <a16:creationId xmlns:a16="http://schemas.microsoft.com/office/drawing/2014/main" id="{95102A11-3CBF-5F52-24E4-B1F1373927CA}"/>
              </a:ext>
            </a:extLst>
          </p:cNvPr>
          <p:cNvSpPr/>
          <p:nvPr/>
        </p:nvSpPr>
        <p:spPr>
          <a:xfrm>
            <a:off x="7725391" y="1807505"/>
            <a:ext cx="1133118" cy="239727"/>
          </a:xfrm>
          <a:prstGeom prst="flowChartAlternateProcess">
            <a:avLst/>
          </a:prstGeom>
          <a:solidFill>
            <a:srgbClr val="B0CAD7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LayerNorm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476" name="流程图: 可选过程 475">
            <a:extLst>
              <a:ext uri="{FF2B5EF4-FFF2-40B4-BE49-F238E27FC236}">
                <a16:creationId xmlns:a16="http://schemas.microsoft.com/office/drawing/2014/main" id="{013B6CAC-3EDE-A41E-4876-02318B30D3AB}"/>
              </a:ext>
            </a:extLst>
          </p:cNvPr>
          <p:cNvSpPr/>
          <p:nvPr/>
        </p:nvSpPr>
        <p:spPr>
          <a:xfrm>
            <a:off x="7725391" y="2658140"/>
            <a:ext cx="1133118" cy="239727"/>
          </a:xfrm>
          <a:prstGeom prst="flowChartAlternateProcess">
            <a:avLst/>
          </a:prstGeom>
          <a:solidFill>
            <a:srgbClr val="B0CAD7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LayerNorm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477" name="流程图: 可选过程 476">
            <a:extLst>
              <a:ext uri="{FF2B5EF4-FFF2-40B4-BE49-F238E27FC236}">
                <a16:creationId xmlns:a16="http://schemas.microsoft.com/office/drawing/2014/main" id="{2D160787-C0E0-19FC-793C-E0362E8E05E4}"/>
              </a:ext>
            </a:extLst>
          </p:cNvPr>
          <p:cNvSpPr/>
          <p:nvPr/>
        </p:nvSpPr>
        <p:spPr>
          <a:xfrm>
            <a:off x="7913904" y="4983491"/>
            <a:ext cx="776845" cy="287684"/>
          </a:xfrm>
          <a:prstGeom prst="flowChartAlternateProcess">
            <a:avLst/>
          </a:prstGeom>
          <a:solidFill>
            <a:srgbClr val="8C9E2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pos+emb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cxnSp>
        <p:nvCxnSpPr>
          <p:cNvPr id="478" name="连接符: 肘形 477">
            <a:extLst>
              <a:ext uri="{FF2B5EF4-FFF2-40B4-BE49-F238E27FC236}">
                <a16:creationId xmlns:a16="http://schemas.microsoft.com/office/drawing/2014/main" id="{6F367CB3-948C-9DF8-10FA-728449907A63}"/>
              </a:ext>
            </a:extLst>
          </p:cNvPr>
          <p:cNvCxnSpPr>
            <a:cxnSpLocks/>
          </p:cNvCxnSpPr>
          <p:nvPr/>
        </p:nvCxnSpPr>
        <p:spPr>
          <a:xfrm rot="10800000">
            <a:off x="7944659" y="4668009"/>
            <a:ext cx="356508" cy="165595"/>
          </a:xfrm>
          <a:prstGeom prst="bentConnector3">
            <a:avLst>
              <a:gd name="adj1" fmla="val 98772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连接符: 肘形 478">
            <a:extLst>
              <a:ext uri="{FF2B5EF4-FFF2-40B4-BE49-F238E27FC236}">
                <a16:creationId xmlns:a16="http://schemas.microsoft.com/office/drawing/2014/main" id="{E8F77085-33E0-6082-854B-635CF53924BB}"/>
              </a:ext>
            </a:extLst>
          </p:cNvPr>
          <p:cNvCxnSpPr>
            <a:cxnSpLocks/>
          </p:cNvCxnSpPr>
          <p:nvPr/>
        </p:nvCxnSpPr>
        <p:spPr>
          <a:xfrm flipV="1">
            <a:off x="8301166" y="4665920"/>
            <a:ext cx="352492" cy="167684"/>
          </a:xfrm>
          <a:prstGeom prst="bentConnector3">
            <a:avLst>
              <a:gd name="adj1" fmla="val 10024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0" name="流程图: 接点 479">
            <a:extLst>
              <a:ext uri="{FF2B5EF4-FFF2-40B4-BE49-F238E27FC236}">
                <a16:creationId xmlns:a16="http://schemas.microsoft.com/office/drawing/2014/main" id="{68A6A279-7F44-CB3F-2D2B-A5D22BC3789C}"/>
              </a:ext>
            </a:extLst>
          </p:cNvPr>
          <p:cNvSpPr/>
          <p:nvPr/>
        </p:nvSpPr>
        <p:spPr>
          <a:xfrm>
            <a:off x="8242372" y="4033837"/>
            <a:ext cx="119908" cy="11021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加号 480">
            <a:extLst>
              <a:ext uri="{FF2B5EF4-FFF2-40B4-BE49-F238E27FC236}">
                <a16:creationId xmlns:a16="http://schemas.microsoft.com/office/drawing/2014/main" id="{0DEE943D-9B1A-E997-30A9-9586CD071500}"/>
              </a:ext>
            </a:extLst>
          </p:cNvPr>
          <p:cNvSpPr/>
          <p:nvPr/>
        </p:nvSpPr>
        <p:spPr>
          <a:xfrm>
            <a:off x="8279143" y="4071345"/>
            <a:ext cx="46365" cy="43698"/>
          </a:xfrm>
          <a:prstGeom prst="mathPlus">
            <a:avLst>
              <a:gd name="adj1" fmla="val 597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流程图: 接点 481">
            <a:extLst>
              <a:ext uri="{FF2B5EF4-FFF2-40B4-BE49-F238E27FC236}">
                <a16:creationId xmlns:a16="http://schemas.microsoft.com/office/drawing/2014/main" id="{8109D6A1-5158-FB02-6D0B-E9655C0072C2}"/>
              </a:ext>
            </a:extLst>
          </p:cNvPr>
          <p:cNvSpPr/>
          <p:nvPr/>
        </p:nvSpPr>
        <p:spPr>
          <a:xfrm>
            <a:off x="8227093" y="2933825"/>
            <a:ext cx="119908" cy="11021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加号 482">
            <a:extLst>
              <a:ext uri="{FF2B5EF4-FFF2-40B4-BE49-F238E27FC236}">
                <a16:creationId xmlns:a16="http://schemas.microsoft.com/office/drawing/2014/main" id="{2A8A053D-2FDC-F6C0-013D-10AD1C1A294B}"/>
              </a:ext>
            </a:extLst>
          </p:cNvPr>
          <p:cNvSpPr/>
          <p:nvPr/>
        </p:nvSpPr>
        <p:spPr>
          <a:xfrm>
            <a:off x="8263863" y="2967080"/>
            <a:ext cx="46365" cy="43698"/>
          </a:xfrm>
          <a:prstGeom prst="mathPlus">
            <a:avLst>
              <a:gd name="adj1" fmla="val 597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流程图: 接点 483">
            <a:extLst>
              <a:ext uri="{FF2B5EF4-FFF2-40B4-BE49-F238E27FC236}">
                <a16:creationId xmlns:a16="http://schemas.microsoft.com/office/drawing/2014/main" id="{3749B9B5-F93E-0F70-FB60-033DDD6F8E91}"/>
              </a:ext>
            </a:extLst>
          </p:cNvPr>
          <p:cNvSpPr/>
          <p:nvPr/>
        </p:nvSpPr>
        <p:spPr>
          <a:xfrm>
            <a:off x="8231997" y="2091889"/>
            <a:ext cx="119908" cy="110210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加号 484">
            <a:extLst>
              <a:ext uri="{FF2B5EF4-FFF2-40B4-BE49-F238E27FC236}">
                <a16:creationId xmlns:a16="http://schemas.microsoft.com/office/drawing/2014/main" id="{D21A2C1B-90FD-D131-2AC4-0751BF832927}"/>
              </a:ext>
            </a:extLst>
          </p:cNvPr>
          <p:cNvSpPr/>
          <p:nvPr/>
        </p:nvSpPr>
        <p:spPr>
          <a:xfrm>
            <a:off x="8268766" y="2125144"/>
            <a:ext cx="46365" cy="43698"/>
          </a:xfrm>
          <a:prstGeom prst="mathPlus">
            <a:avLst>
              <a:gd name="adj1" fmla="val 597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6" name="连接符: 肘形 485">
            <a:extLst>
              <a:ext uri="{FF2B5EF4-FFF2-40B4-BE49-F238E27FC236}">
                <a16:creationId xmlns:a16="http://schemas.microsoft.com/office/drawing/2014/main" id="{1A8702E4-7A81-5AB1-88AA-3F5E8F483E15}"/>
              </a:ext>
            </a:extLst>
          </p:cNvPr>
          <p:cNvCxnSpPr>
            <a:endCxn id="480" idx="2"/>
          </p:cNvCxnSpPr>
          <p:nvPr/>
        </p:nvCxnSpPr>
        <p:spPr>
          <a:xfrm rot="16200000" flipV="1">
            <a:off x="7868918" y="4462396"/>
            <a:ext cx="805702" cy="58793"/>
          </a:xfrm>
          <a:prstGeom prst="bentConnector4">
            <a:avLst>
              <a:gd name="adj1" fmla="val -313"/>
              <a:gd name="adj2" fmla="val 1217244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直接连接符 486">
            <a:extLst>
              <a:ext uri="{FF2B5EF4-FFF2-40B4-BE49-F238E27FC236}">
                <a16:creationId xmlns:a16="http://schemas.microsoft.com/office/drawing/2014/main" id="{2F097C9F-4E74-96DA-E707-5BA971BD419E}"/>
              </a:ext>
            </a:extLst>
          </p:cNvPr>
          <p:cNvCxnSpPr>
            <a:stCxn id="472" idx="0"/>
            <a:endCxn id="480" idx="4"/>
          </p:cNvCxnSpPr>
          <p:nvPr/>
        </p:nvCxnSpPr>
        <p:spPr>
          <a:xfrm flipV="1">
            <a:off x="8302327" y="4144048"/>
            <a:ext cx="0" cy="1974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直接连接符 487">
            <a:extLst>
              <a:ext uri="{FF2B5EF4-FFF2-40B4-BE49-F238E27FC236}">
                <a16:creationId xmlns:a16="http://schemas.microsoft.com/office/drawing/2014/main" id="{2F6BC45B-59A1-DFE5-9179-FF3F703E6C6D}"/>
              </a:ext>
            </a:extLst>
          </p:cNvPr>
          <p:cNvCxnSpPr>
            <a:stCxn id="480" idx="0"/>
            <a:endCxn id="474" idx="2"/>
          </p:cNvCxnSpPr>
          <p:nvPr/>
        </p:nvCxnSpPr>
        <p:spPr>
          <a:xfrm flipH="1" flipV="1">
            <a:off x="8302326" y="3993350"/>
            <a:ext cx="1" cy="4048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直接箭头连接符 488">
            <a:extLst>
              <a:ext uri="{FF2B5EF4-FFF2-40B4-BE49-F238E27FC236}">
                <a16:creationId xmlns:a16="http://schemas.microsoft.com/office/drawing/2014/main" id="{E6DED580-B962-E582-3281-EFD8995C0A66}"/>
              </a:ext>
            </a:extLst>
          </p:cNvPr>
          <p:cNvCxnSpPr>
            <a:stCxn id="474" idx="0"/>
          </p:cNvCxnSpPr>
          <p:nvPr/>
        </p:nvCxnSpPr>
        <p:spPr>
          <a:xfrm flipH="1" flipV="1">
            <a:off x="8302325" y="3594808"/>
            <a:ext cx="1" cy="15881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直接连接符 489">
            <a:extLst>
              <a:ext uri="{FF2B5EF4-FFF2-40B4-BE49-F238E27FC236}">
                <a16:creationId xmlns:a16="http://schemas.microsoft.com/office/drawing/2014/main" id="{E2059D7A-BDE3-D1F6-7925-59B7F028A7DC}"/>
              </a:ext>
            </a:extLst>
          </p:cNvPr>
          <p:cNvCxnSpPr>
            <a:stCxn id="473" idx="0"/>
          </p:cNvCxnSpPr>
          <p:nvPr/>
        </p:nvCxnSpPr>
        <p:spPr>
          <a:xfrm flipV="1">
            <a:off x="8291950" y="3045397"/>
            <a:ext cx="0" cy="45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连接符: 肘形 490">
            <a:extLst>
              <a:ext uri="{FF2B5EF4-FFF2-40B4-BE49-F238E27FC236}">
                <a16:creationId xmlns:a16="http://schemas.microsoft.com/office/drawing/2014/main" id="{719F0111-D485-C8E0-E425-0920E1C90F79}"/>
              </a:ext>
            </a:extLst>
          </p:cNvPr>
          <p:cNvCxnSpPr>
            <a:cxnSpLocks/>
          </p:cNvCxnSpPr>
          <p:nvPr/>
        </p:nvCxnSpPr>
        <p:spPr>
          <a:xfrm flipV="1">
            <a:off x="7036177" y="3595090"/>
            <a:ext cx="1148160" cy="117965"/>
          </a:xfrm>
          <a:prstGeom prst="bentConnector3">
            <a:avLst>
              <a:gd name="adj1" fmla="val 100199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直接箭头连接符 491">
            <a:extLst>
              <a:ext uri="{FF2B5EF4-FFF2-40B4-BE49-F238E27FC236}">
                <a16:creationId xmlns:a16="http://schemas.microsoft.com/office/drawing/2014/main" id="{AFA97A41-DC93-EE6B-1F4A-857F60CFFBCB}"/>
              </a:ext>
            </a:extLst>
          </p:cNvPr>
          <p:cNvCxnSpPr>
            <a:cxnSpLocks/>
          </p:cNvCxnSpPr>
          <p:nvPr/>
        </p:nvCxnSpPr>
        <p:spPr>
          <a:xfrm flipV="1">
            <a:off x="7869905" y="3594808"/>
            <a:ext cx="0" cy="12227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连接符: 肘形 492">
            <a:extLst>
              <a:ext uri="{FF2B5EF4-FFF2-40B4-BE49-F238E27FC236}">
                <a16:creationId xmlns:a16="http://schemas.microsoft.com/office/drawing/2014/main" id="{83A8E226-3F1B-7735-55FB-D1319DF43BFB}"/>
              </a:ext>
            </a:extLst>
          </p:cNvPr>
          <p:cNvCxnSpPr>
            <a:endCxn id="482" idx="6"/>
          </p:cNvCxnSpPr>
          <p:nvPr/>
        </p:nvCxnSpPr>
        <p:spPr>
          <a:xfrm rot="5400000" flipH="1" flipV="1">
            <a:off x="7965802" y="3329408"/>
            <a:ext cx="721676" cy="40721"/>
          </a:xfrm>
          <a:prstGeom prst="bentConnector4">
            <a:avLst>
              <a:gd name="adj1" fmla="val 452"/>
              <a:gd name="adj2" fmla="val 1647847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026482EE-53F6-30BC-AC25-B8AC5A406F29}"/>
              </a:ext>
            </a:extLst>
          </p:cNvPr>
          <p:cNvCxnSpPr>
            <a:endCxn id="482" idx="0"/>
          </p:cNvCxnSpPr>
          <p:nvPr/>
        </p:nvCxnSpPr>
        <p:spPr>
          <a:xfrm>
            <a:off x="8287048" y="2899675"/>
            <a:ext cx="0" cy="341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5" name="流程图: 可选过程 494">
            <a:extLst>
              <a:ext uri="{FF2B5EF4-FFF2-40B4-BE49-F238E27FC236}">
                <a16:creationId xmlns:a16="http://schemas.microsoft.com/office/drawing/2014/main" id="{5CCD5CE6-3881-73BE-2CA9-E0A6418D7C71}"/>
              </a:ext>
            </a:extLst>
          </p:cNvPr>
          <p:cNvSpPr/>
          <p:nvPr/>
        </p:nvSpPr>
        <p:spPr>
          <a:xfrm>
            <a:off x="7717658" y="2248800"/>
            <a:ext cx="1146132" cy="304297"/>
          </a:xfrm>
          <a:prstGeom prst="flowChartAlternateProcess">
            <a:avLst/>
          </a:prstGeom>
          <a:solidFill>
            <a:srgbClr val="A94C97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FFN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5F9852F7-3911-A04B-1F22-EE4D99AA6107}"/>
              </a:ext>
            </a:extLst>
          </p:cNvPr>
          <p:cNvCxnSpPr>
            <a:stCxn id="476" idx="0"/>
            <a:endCxn id="495" idx="2"/>
          </p:cNvCxnSpPr>
          <p:nvPr/>
        </p:nvCxnSpPr>
        <p:spPr>
          <a:xfrm flipH="1" flipV="1">
            <a:off x="8290723" y="2553097"/>
            <a:ext cx="1226" cy="105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7" name="连接符: 肘形 496">
            <a:extLst>
              <a:ext uri="{FF2B5EF4-FFF2-40B4-BE49-F238E27FC236}">
                <a16:creationId xmlns:a16="http://schemas.microsoft.com/office/drawing/2014/main" id="{52336F39-ACA0-96C0-C8CA-761D85BA01CE}"/>
              </a:ext>
            </a:extLst>
          </p:cNvPr>
          <p:cNvCxnSpPr>
            <a:endCxn id="484" idx="2"/>
          </p:cNvCxnSpPr>
          <p:nvPr/>
        </p:nvCxnSpPr>
        <p:spPr>
          <a:xfrm rot="16200000" flipV="1">
            <a:off x="8027310" y="2351681"/>
            <a:ext cx="468287" cy="58913"/>
          </a:xfrm>
          <a:prstGeom prst="bentConnector4">
            <a:avLst>
              <a:gd name="adj1" fmla="val -112"/>
              <a:gd name="adj2" fmla="val 1214975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8" name="直接连接符 497">
            <a:extLst>
              <a:ext uri="{FF2B5EF4-FFF2-40B4-BE49-F238E27FC236}">
                <a16:creationId xmlns:a16="http://schemas.microsoft.com/office/drawing/2014/main" id="{2BE03687-D0D3-477C-B7B6-95F158747D4D}"/>
              </a:ext>
            </a:extLst>
          </p:cNvPr>
          <p:cNvCxnSpPr>
            <a:stCxn id="475" idx="2"/>
            <a:endCxn id="484" idx="0"/>
          </p:cNvCxnSpPr>
          <p:nvPr/>
        </p:nvCxnSpPr>
        <p:spPr>
          <a:xfrm>
            <a:off x="8291950" y="2047233"/>
            <a:ext cx="1" cy="44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9" name="直接连接符 498">
            <a:extLst>
              <a:ext uri="{FF2B5EF4-FFF2-40B4-BE49-F238E27FC236}">
                <a16:creationId xmlns:a16="http://schemas.microsoft.com/office/drawing/2014/main" id="{2977497A-23DB-5360-9533-121AC831711D}"/>
              </a:ext>
            </a:extLst>
          </p:cNvPr>
          <p:cNvCxnSpPr>
            <a:stCxn id="495" idx="0"/>
            <a:endCxn id="484" idx="4"/>
          </p:cNvCxnSpPr>
          <p:nvPr/>
        </p:nvCxnSpPr>
        <p:spPr>
          <a:xfrm flipV="1">
            <a:off x="8290723" y="2202099"/>
            <a:ext cx="1226" cy="467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0" name="文本框 499">
            <a:extLst>
              <a:ext uri="{FF2B5EF4-FFF2-40B4-BE49-F238E27FC236}">
                <a16:creationId xmlns:a16="http://schemas.microsoft.com/office/drawing/2014/main" id="{F204DB6E-1197-0FD7-E13C-1CC6A03AE55A}"/>
              </a:ext>
            </a:extLst>
          </p:cNvPr>
          <p:cNvSpPr txBox="1"/>
          <p:nvPr/>
        </p:nvSpPr>
        <p:spPr>
          <a:xfrm>
            <a:off x="7530553" y="1461241"/>
            <a:ext cx="1632896" cy="184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TransformerDecoder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1" name="直接箭头连接符 500">
            <a:extLst>
              <a:ext uri="{FF2B5EF4-FFF2-40B4-BE49-F238E27FC236}">
                <a16:creationId xmlns:a16="http://schemas.microsoft.com/office/drawing/2014/main" id="{259DB91B-7220-1F0B-FE5A-C680FA50BC41}"/>
              </a:ext>
            </a:extLst>
          </p:cNvPr>
          <p:cNvCxnSpPr>
            <a:cxnSpLocks/>
            <a:stCxn id="553" idx="3"/>
            <a:endCxn id="523" idx="1"/>
          </p:cNvCxnSpPr>
          <p:nvPr/>
        </p:nvCxnSpPr>
        <p:spPr>
          <a:xfrm flipV="1">
            <a:off x="10296944" y="1914603"/>
            <a:ext cx="290989" cy="1049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2" name="直接箭头连接符 501">
            <a:extLst>
              <a:ext uri="{FF2B5EF4-FFF2-40B4-BE49-F238E27FC236}">
                <a16:creationId xmlns:a16="http://schemas.microsoft.com/office/drawing/2014/main" id="{E51616D5-2F06-DEBE-276D-87AEC2E30AB6}"/>
              </a:ext>
            </a:extLst>
          </p:cNvPr>
          <p:cNvCxnSpPr>
            <a:stCxn id="477" idx="0"/>
            <a:endCxn id="472" idx="2"/>
          </p:cNvCxnSpPr>
          <p:nvPr/>
        </p:nvCxnSpPr>
        <p:spPr>
          <a:xfrm flipH="1" flipV="1">
            <a:off x="8302327" y="4670279"/>
            <a:ext cx="1" cy="3132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4" name="连接符: 肘形 503">
            <a:extLst>
              <a:ext uri="{FF2B5EF4-FFF2-40B4-BE49-F238E27FC236}">
                <a16:creationId xmlns:a16="http://schemas.microsoft.com/office/drawing/2014/main" id="{BCDA18FF-0093-6008-3867-B3983ED1B31C}"/>
              </a:ext>
            </a:extLst>
          </p:cNvPr>
          <p:cNvCxnSpPr>
            <a:cxnSpLocks/>
            <a:stCxn id="369" idx="3"/>
            <a:endCxn id="385" idx="1"/>
          </p:cNvCxnSpPr>
          <p:nvPr/>
        </p:nvCxnSpPr>
        <p:spPr>
          <a:xfrm flipV="1">
            <a:off x="4821483" y="2274133"/>
            <a:ext cx="768933" cy="933610"/>
          </a:xfrm>
          <a:prstGeom prst="bentConnector3">
            <a:avLst>
              <a:gd name="adj1" fmla="val 31106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连接符: 肘形 512">
            <a:extLst>
              <a:ext uri="{FF2B5EF4-FFF2-40B4-BE49-F238E27FC236}">
                <a16:creationId xmlns:a16="http://schemas.microsoft.com/office/drawing/2014/main" id="{CC6A6B86-2CA6-C533-B051-FBB1265470E4}"/>
              </a:ext>
            </a:extLst>
          </p:cNvPr>
          <p:cNvCxnSpPr>
            <a:cxnSpLocks/>
            <a:stCxn id="388" idx="3"/>
          </p:cNvCxnSpPr>
          <p:nvPr/>
        </p:nvCxnSpPr>
        <p:spPr>
          <a:xfrm flipV="1">
            <a:off x="6551240" y="3710606"/>
            <a:ext cx="491549" cy="1189924"/>
          </a:xfrm>
          <a:prstGeom prst="bentConnector2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连接符: 肘形 515">
            <a:extLst>
              <a:ext uri="{FF2B5EF4-FFF2-40B4-BE49-F238E27FC236}">
                <a16:creationId xmlns:a16="http://schemas.microsoft.com/office/drawing/2014/main" id="{0DCA3AB8-A7BC-D325-71DB-BE6FA1AF59E7}"/>
              </a:ext>
            </a:extLst>
          </p:cNvPr>
          <p:cNvCxnSpPr>
            <a:cxnSpLocks/>
            <a:stCxn id="312" idx="3"/>
            <a:endCxn id="477" idx="2"/>
          </p:cNvCxnSpPr>
          <p:nvPr/>
        </p:nvCxnSpPr>
        <p:spPr>
          <a:xfrm flipV="1">
            <a:off x="1989447" y="5271175"/>
            <a:ext cx="6312880" cy="881036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3" name="流程图: 可选过程 522">
            <a:extLst>
              <a:ext uri="{FF2B5EF4-FFF2-40B4-BE49-F238E27FC236}">
                <a16:creationId xmlns:a16="http://schemas.microsoft.com/office/drawing/2014/main" id="{8B7E22C4-BDCF-EDB3-BF25-6BCA710947FC}"/>
              </a:ext>
            </a:extLst>
          </p:cNvPr>
          <p:cNvSpPr/>
          <p:nvPr/>
        </p:nvSpPr>
        <p:spPr>
          <a:xfrm>
            <a:off x="10587933" y="1658698"/>
            <a:ext cx="1437640" cy="511810"/>
          </a:xfrm>
          <a:prstGeom prst="flowChartAlternateProcess">
            <a:avLst/>
          </a:prstGeom>
          <a:solidFill>
            <a:srgbClr val="5376AE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panose="020B0604020202090204" charset="0"/>
                <a:ea typeface="等线" panose="02010600030101010101" pitchFamily="2" charset="-122"/>
                <a:cs typeface="Arial Regular" panose="020B0604020202090204" charset="0"/>
              </a:rPr>
              <a:t>Model-generated TCRs</a:t>
            </a:r>
          </a:p>
        </p:txBody>
      </p:sp>
      <p:sp>
        <p:nvSpPr>
          <p:cNvPr id="539" name="流程图: 可选过程 538">
            <a:extLst>
              <a:ext uri="{FF2B5EF4-FFF2-40B4-BE49-F238E27FC236}">
                <a16:creationId xmlns:a16="http://schemas.microsoft.com/office/drawing/2014/main" id="{AE094395-094C-8E1E-F36E-45BE038106D3}"/>
              </a:ext>
            </a:extLst>
          </p:cNvPr>
          <p:cNvSpPr/>
          <p:nvPr/>
        </p:nvSpPr>
        <p:spPr>
          <a:xfrm>
            <a:off x="10587933" y="2400881"/>
            <a:ext cx="1437640" cy="511810"/>
          </a:xfrm>
          <a:prstGeom prst="flowChartAlternateProcess">
            <a:avLst/>
          </a:prstGeom>
          <a:solidFill>
            <a:srgbClr val="F39EA4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panose="020B0604020202090204" charset="0"/>
                <a:ea typeface="等线" panose="02010600030101010101" pitchFamily="2" charset="-122"/>
                <a:cs typeface="Arial Regular" panose="020B0604020202090204" charset="0"/>
              </a:rPr>
              <a:t>pep_hla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egular" panose="020B0604020202090204" charset="0"/>
                <a:ea typeface="等线" panose="02010600030101010101" pitchFamily="2" charset="-122"/>
                <a:cs typeface="Arial Regular" panose="020B0604020202090204" charset="0"/>
              </a:rPr>
              <a:t> </a:t>
            </a:r>
            <a:r>
              <a:rPr lang="en-US" altLang="zh-CN" sz="1200" dirty="0"/>
              <a:t>probabilities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 panose="020B0604020202090204" charset="0"/>
              <a:ea typeface="等线" panose="02010600030101010101" pitchFamily="2" charset="-122"/>
              <a:cs typeface="Arial Regular" panose="020B0604020202090204" charset="0"/>
            </a:endParaRPr>
          </a:p>
        </p:txBody>
      </p:sp>
      <p:sp>
        <p:nvSpPr>
          <p:cNvPr id="540" name="流程图: 可选过程 539">
            <a:extLst>
              <a:ext uri="{FF2B5EF4-FFF2-40B4-BE49-F238E27FC236}">
                <a16:creationId xmlns:a16="http://schemas.microsoft.com/office/drawing/2014/main" id="{C659756F-5A70-A690-88BA-62C803A0126D}"/>
              </a:ext>
            </a:extLst>
          </p:cNvPr>
          <p:cNvSpPr/>
          <p:nvPr/>
        </p:nvSpPr>
        <p:spPr>
          <a:xfrm>
            <a:off x="10587933" y="3144418"/>
            <a:ext cx="1437640" cy="511810"/>
          </a:xfrm>
          <a:prstGeom prst="flowChartAlternateProcess">
            <a:avLst/>
          </a:prstGeom>
          <a:solidFill>
            <a:srgbClr val="F39EA4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200" kern="0" dirty="0" err="1">
                <a:solidFill>
                  <a:prstClr val="black"/>
                </a:solidFill>
                <a:latin typeface="Arial Regular" panose="020B0604020202090204" charset="0"/>
                <a:ea typeface="等线" panose="02010600030101010101" pitchFamily="2" charset="-122"/>
                <a:cs typeface="Arial Regular" panose="020B0604020202090204" charset="0"/>
              </a:rPr>
              <a:t>pep_tcr</a:t>
            </a:r>
            <a:endParaRPr lang="en-US" altLang="zh-CN" sz="1200" kern="0" dirty="0">
              <a:solidFill>
                <a:prstClr val="black"/>
              </a:solidFill>
              <a:latin typeface="Arial Regular" panose="020B0604020202090204" charset="0"/>
              <a:ea typeface="等线" panose="02010600030101010101" pitchFamily="2" charset="-122"/>
              <a:cs typeface="Arial Regular" panose="020B0604020202090204" charset="0"/>
            </a:endParaRPr>
          </a:p>
          <a:p>
            <a:pPr lvl="0" algn="ctr">
              <a:defRPr/>
            </a:pPr>
            <a:r>
              <a:rPr lang="en-US" altLang="zh-CN" sz="1200" dirty="0"/>
              <a:t>probabilities</a:t>
            </a:r>
            <a:endParaRPr lang="en-US" altLang="zh-CN" sz="1200" kern="0" dirty="0">
              <a:solidFill>
                <a:prstClr val="black"/>
              </a:solidFill>
              <a:latin typeface="Arial Regular" panose="020B0604020202090204" charset="0"/>
              <a:ea typeface="等线" panose="02010600030101010101" pitchFamily="2" charset="-122"/>
              <a:cs typeface="Arial Regular" panose="020B0604020202090204" charset="0"/>
            </a:endParaRPr>
          </a:p>
        </p:txBody>
      </p:sp>
      <p:sp>
        <p:nvSpPr>
          <p:cNvPr id="541" name="流程图: 可选过程 540">
            <a:extLst>
              <a:ext uri="{FF2B5EF4-FFF2-40B4-BE49-F238E27FC236}">
                <a16:creationId xmlns:a16="http://schemas.microsoft.com/office/drawing/2014/main" id="{40EC5A42-174B-2E1A-D05E-BAF81A7A9A10}"/>
              </a:ext>
            </a:extLst>
          </p:cNvPr>
          <p:cNvSpPr/>
          <p:nvPr/>
        </p:nvSpPr>
        <p:spPr>
          <a:xfrm>
            <a:off x="10587933" y="3886602"/>
            <a:ext cx="1437640" cy="511810"/>
          </a:xfrm>
          <a:prstGeom prst="flowChartAlternateProcess">
            <a:avLst/>
          </a:prstGeom>
          <a:solidFill>
            <a:srgbClr val="F39EA4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200" kern="0" dirty="0" err="1">
                <a:solidFill>
                  <a:prstClr val="black"/>
                </a:solidFill>
                <a:latin typeface="Arial Regular" panose="020B0604020202090204" charset="0"/>
                <a:ea typeface="等线" panose="02010600030101010101" pitchFamily="2" charset="-122"/>
                <a:cs typeface="Arial Regular" panose="020B0604020202090204" charset="0"/>
              </a:rPr>
              <a:t>hla_pep_tcr</a:t>
            </a:r>
            <a:endParaRPr lang="en-US" altLang="zh-CN" sz="1200" kern="0" dirty="0">
              <a:solidFill>
                <a:prstClr val="black"/>
              </a:solidFill>
              <a:latin typeface="Arial Regular" panose="020B0604020202090204" charset="0"/>
              <a:ea typeface="等线" panose="02010600030101010101" pitchFamily="2" charset="-122"/>
              <a:cs typeface="Arial Regular" panose="020B0604020202090204" charset="0"/>
            </a:endParaRPr>
          </a:p>
          <a:p>
            <a:pPr lvl="0" algn="ctr">
              <a:defRPr/>
            </a:pPr>
            <a:r>
              <a:rPr lang="en-US" altLang="zh-CN" sz="1200" dirty="0"/>
              <a:t>probabilities</a:t>
            </a:r>
            <a:endParaRPr lang="en-US" altLang="zh-CN" sz="1200" kern="0" dirty="0">
              <a:solidFill>
                <a:prstClr val="black"/>
              </a:solidFill>
              <a:latin typeface="Arial Regular" panose="020B0604020202090204" charset="0"/>
              <a:ea typeface="等线" panose="02010600030101010101" pitchFamily="2" charset="-122"/>
              <a:cs typeface="Arial Regular" panose="020B0604020202090204" charset="0"/>
            </a:endParaRPr>
          </a:p>
        </p:txBody>
      </p:sp>
      <p:cxnSp>
        <p:nvCxnSpPr>
          <p:cNvPr id="545" name="直接箭头连接符 544">
            <a:extLst>
              <a:ext uri="{FF2B5EF4-FFF2-40B4-BE49-F238E27FC236}">
                <a16:creationId xmlns:a16="http://schemas.microsoft.com/office/drawing/2014/main" id="{DB65D96F-04A3-0193-740F-6B3597482C86}"/>
              </a:ext>
            </a:extLst>
          </p:cNvPr>
          <p:cNvCxnSpPr>
            <a:cxnSpLocks/>
            <a:stCxn id="561" idx="3"/>
            <a:endCxn id="539" idx="1"/>
          </p:cNvCxnSpPr>
          <p:nvPr/>
        </p:nvCxnSpPr>
        <p:spPr>
          <a:xfrm flipV="1">
            <a:off x="10355149" y="2656786"/>
            <a:ext cx="232784" cy="135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6" name="直接箭头连接符 545">
            <a:extLst>
              <a:ext uri="{FF2B5EF4-FFF2-40B4-BE49-F238E27FC236}">
                <a16:creationId xmlns:a16="http://schemas.microsoft.com/office/drawing/2014/main" id="{3D4F8989-D6C6-D475-403B-90A295375004}"/>
              </a:ext>
            </a:extLst>
          </p:cNvPr>
          <p:cNvCxnSpPr>
            <a:cxnSpLocks/>
            <a:stCxn id="561" idx="3"/>
            <a:endCxn id="540" idx="1"/>
          </p:cNvCxnSpPr>
          <p:nvPr/>
        </p:nvCxnSpPr>
        <p:spPr>
          <a:xfrm>
            <a:off x="10355149" y="2658140"/>
            <a:ext cx="232784" cy="74218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9" name="直接箭头连接符 548">
            <a:extLst>
              <a:ext uri="{FF2B5EF4-FFF2-40B4-BE49-F238E27FC236}">
                <a16:creationId xmlns:a16="http://schemas.microsoft.com/office/drawing/2014/main" id="{18252D12-5E02-12E0-B8BC-E912E51E5360}"/>
              </a:ext>
            </a:extLst>
          </p:cNvPr>
          <p:cNvCxnSpPr>
            <a:cxnSpLocks/>
            <a:stCxn id="561" idx="3"/>
            <a:endCxn id="541" idx="1"/>
          </p:cNvCxnSpPr>
          <p:nvPr/>
        </p:nvCxnSpPr>
        <p:spPr>
          <a:xfrm>
            <a:off x="10355149" y="2658140"/>
            <a:ext cx="232784" cy="148436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3" name="流程图: 可选过程 552">
            <a:extLst>
              <a:ext uri="{FF2B5EF4-FFF2-40B4-BE49-F238E27FC236}">
                <a16:creationId xmlns:a16="http://schemas.microsoft.com/office/drawing/2014/main" id="{0B1044EB-1157-278A-C522-0AD375843280}"/>
              </a:ext>
            </a:extLst>
          </p:cNvPr>
          <p:cNvSpPr/>
          <p:nvPr/>
        </p:nvSpPr>
        <p:spPr>
          <a:xfrm>
            <a:off x="9660039" y="1712052"/>
            <a:ext cx="636905" cy="426085"/>
          </a:xfrm>
          <a:prstGeom prst="flowChartAlternateProcess">
            <a:avLst/>
          </a:prstGeom>
          <a:solidFill>
            <a:srgbClr val="4472C4">
              <a:lumMod val="60000"/>
              <a:lumOff val="4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Linear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58" name="直接连接符 557">
            <a:extLst>
              <a:ext uri="{FF2B5EF4-FFF2-40B4-BE49-F238E27FC236}">
                <a16:creationId xmlns:a16="http://schemas.microsoft.com/office/drawing/2014/main" id="{098884F8-D0BF-67CB-D22A-FE100C2B0656}"/>
              </a:ext>
            </a:extLst>
          </p:cNvPr>
          <p:cNvCxnSpPr>
            <a:cxnSpLocks/>
            <a:stCxn id="475" idx="3"/>
            <a:endCxn id="553" idx="1"/>
          </p:cNvCxnSpPr>
          <p:nvPr/>
        </p:nvCxnSpPr>
        <p:spPr>
          <a:xfrm flipV="1">
            <a:off x="8858509" y="1925095"/>
            <a:ext cx="801530" cy="227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1" name="流程图: 可选过程 560">
            <a:extLst>
              <a:ext uri="{FF2B5EF4-FFF2-40B4-BE49-F238E27FC236}">
                <a16:creationId xmlns:a16="http://schemas.microsoft.com/office/drawing/2014/main" id="{ECEF38D1-90A0-F8B6-7B4D-8F936787F279}"/>
              </a:ext>
            </a:extLst>
          </p:cNvPr>
          <p:cNvSpPr/>
          <p:nvPr/>
        </p:nvSpPr>
        <p:spPr>
          <a:xfrm>
            <a:off x="9592964" y="2445097"/>
            <a:ext cx="762185" cy="426085"/>
          </a:xfrm>
          <a:prstGeom prst="flowChartAlternateProcess">
            <a:avLst/>
          </a:prstGeom>
          <a:solidFill>
            <a:srgbClr val="FF99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Softmax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62" name="直接连接符 561">
            <a:extLst>
              <a:ext uri="{FF2B5EF4-FFF2-40B4-BE49-F238E27FC236}">
                <a16:creationId xmlns:a16="http://schemas.microsoft.com/office/drawing/2014/main" id="{45DB8891-5A2D-78B3-494B-18D25C797F56}"/>
              </a:ext>
            </a:extLst>
          </p:cNvPr>
          <p:cNvCxnSpPr>
            <a:cxnSpLocks/>
            <a:stCxn id="553" idx="2"/>
            <a:endCxn id="561" idx="0"/>
          </p:cNvCxnSpPr>
          <p:nvPr/>
        </p:nvCxnSpPr>
        <p:spPr>
          <a:xfrm flipH="1">
            <a:off x="9974057" y="2138137"/>
            <a:ext cx="4435" cy="306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7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可选过程 4"/>
          <p:cNvSpPr/>
          <p:nvPr/>
        </p:nvSpPr>
        <p:spPr>
          <a:xfrm>
            <a:off x="2224604" y="95250"/>
            <a:ext cx="1632635" cy="5436417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流程图: 可选过程 5"/>
          <p:cNvSpPr/>
          <p:nvPr/>
        </p:nvSpPr>
        <p:spPr>
          <a:xfrm>
            <a:off x="2582163" y="566483"/>
            <a:ext cx="917516" cy="538730"/>
          </a:xfrm>
          <a:prstGeom prst="flowChartAlternateProcess">
            <a:avLst/>
          </a:prstGeom>
          <a:solidFill>
            <a:srgbClr val="8AB07C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Embedding Layers</a:t>
            </a:r>
          </a:p>
        </p:txBody>
      </p:sp>
      <p:sp>
        <p:nvSpPr>
          <p:cNvPr id="7" name="流程图: 可选过程 6"/>
          <p:cNvSpPr/>
          <p:nvPr/>
        </p:nvSpPr>
        <p:spPr>
          <a:xfrm>
            <a:off x="2601018" y="1549075"/>
            <a:ext cx="879806" cy="538730"/>
          </a:xfrm>
          <a:prstGeom prst="flowChartAlternateProcess">
            <a:avLst/>
          </a:prstGeom>
          <a:solidFill>
            <a:srgbClr val="E58B7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Neighbor Sampling</a:t>
            </a:r>
          </a:p>
        </p:txBody>
      </p:sp>
      <p:sp>
        <p:nvSpPr>
          <p:cNvPr id="8" name="流程图: 可选过程 7"/>
          <p:cNvSpPr/>
          <p:nvPr/>
        </p:nvSpPr>
        <p:spPr>
          <a:xfrm>
            <a:off x="2365109" y="3077502"/>
            <a:ext cx="1351625" cy="538730"/>
          </a:xfrm>
          <a:prstGeom prst="flowChartAlternateProcess">
            <a:avLst/>
          </a:prstGeom>
          <a:solidFill>
            <a:srgbClr val="78B7C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GATMessagePass</a:t>
            </a:r>
          </a:p>
        </p:txBody>
      </p:sp>
      <p:sp>
        <p:nvSpPr>
          <p:cNvPr id="9" name="流程图: 可选过程 8"/>
          <p:cNvSpPr/>
          <p:nvPr/>
        </p:nvSpPr>
        <p:spPr>
          <a:xfrm>
            <a:off x="2538856" y="4826918"/>
            <a:ext cx="1004131" cy="538730"/>
          </a:xfrm>
          <a:prstGeom prst="flowChartAlternateProcess">
            <a:avLst/>
          </a:prstGeom>
          <a:solidFill>
            <a:srgbClr val="F3A36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Aggregation Function</a:t>
            </a:r>
          </a:p>
        </p:txBody>
      </p:sp>
      <p:cxnSp>
        <p:nvCxnSpPr>
          <p:cNvPr id="10" name="直接箭头连接符 9"/>
          <p:cNvCxnSpPr>
            <a:stCxn id="6" idx="2"/>
            <a:endCxn id="7" idx="0"/>
          </p:cNvCxnSpPr>
          <p:nvPr/>
        </p:nvCxnSpPr>
        <p:spPr>
          <a:xfrm>
            <a:off x="3040921" y="1105213"/>
            <a:ext cx="0" cy="443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2"/>
            <a:endCxn id="8" idx="0"/>
          </p:cNvCxnSpPr>
          <p:nvPr/>
        </p:nvCxnSpPr>
        <p:spPr>
          <a:xfrm>
            <a:off x="3040921" y="2087805"/>
            <a:ext cx="1" cy="989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2"/>
            <a:endCxn id="9" idx="0"/>
          </p:cNvCxnSpPr>
          <p:nvPr/>
        </p:nvCxnSpPr>
        <p:spPr>
          <a:xfrm>
            <a:off x="3040922" y="3616232"/>
            <a:ext cx="0" cy="12106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400163" y="192367"/>
            <a:ext cx="128151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KGATEncoder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548291" y="2606554"/>
            <a:ext cx="333374" cy="2667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r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1" name="连接符: 肘形 20"/>
          <p:cNvCxnSpPr>
            <a:stCxn id="18" idx="3"/>
            <a:endCxn id="30" idx="0"/>
          </p:cNvCxnSpPr>
          <p:nvPr/>
        </p:nvCxnSpPr>
        <p:spPr>
          <a:xfrm>
            <a:off x="4881665" y="2739904"/>
            <a:ext cx="1023014" cy="32546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83" idx="3"/>
          </p:cNvCxnSpPr>
          <p:nvPr/>
        </p:nvCxnSpPr>
        <p:spPr>
          <a:xfrm>
            <a:off x="5757280" y="3121513"/>
            <a:ext cx="88281" cy="1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840657" y="2922613"/>
            <a:ext cx="5429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Linear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流程图: 接点 29"/>
          <p:cNvSpPr/>
          <p:nvPr/>
        </p:nvSpPr>
        <p:spPr>
          <a:xfrm>
            <a:off x="5845561" y="3065373"/>
            <a:ext cx="118235" cy="115307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加号 30"/>
          <p:cNvSpPr/>
          <p:nvPr/>
        </p:nvSpPr>
        <p:spPr>
          <a:xfrm>
            <a:off x="5881818" y="3100166"/>
            <a:ext cx="45719" cy="45719"/>
          </a:xfrm>
          <a:prstGeom prst="mathPlus">
            <a:avLst>
              <a:gd name="adj1" fmla="val 597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9" name="直接箭头连接符 38"/>
          <p:cNvCxnSpPr>
            <a:stCxn id="30" idx="6"/>
          </p:cNvCxnSpPr>
          <p:nvPr/>
        </p:nvCxnSpPr>
        <p:spPr>
          <a:xfrm>
            <a:off x="5963796" y="3123027"/>
            <a:ext cx="405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5902711" y="2921018"/>
            <a:ext cx="4413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tanh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4548290" y="3462912"/>
            <a:ext cx="330531" cy="2667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7" name="直接箭头连接符 46"/>
          <p:cNvCxnSpPr>
            <a:stCxn id="45" idx="3"/>
            <a:endCxn id="49" idx="1"/>
          </p:cNvCxnSpPr>
          <p:nvPr/>
        </p:nvCxnSpPr>
        <p:spPr>
          <a:xfrm flipV="1">
            <a:off x="4878821" y="3590787"/>
            <a:ext cx="938543" cy="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4847201" y="3394653"/>
            <a:ext cx="5429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Linear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5817364" y="3457437"/>
            <a:ext cx="333374" cy="2667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tr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1" name="连接符: 肘形 50"/>
          <p:cNvCxnSpPr>
            <a:endCxn id="56" idx="0"/>
          </p:cNvCxnSpPr>
          <p:nvPr/>
        </p:nvCxnSpPr>
        <p:spPr>
          <a:xfrm>
            <a:off x="6702810" y="3123027"/>
            <a:ext cx="120651" cy="22062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连接符: 肘形 53"/>
          <p:cNvCxnSpPr>
            <a:stCxn id="49" idx="3"/>
            <a:endCxn id="56" idx="4"/>
          </p:cNvCxnSpPr>
          <p:nvPr/>
        </p:nvCxnSpPr>
        <p:spPr>
          <a:xfrm flipV="1">
            <a:off x="6150738" y="3458957"/>
            <a:ext cx="672723" cy="13183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流程图: 接点 55"/>
          <p:cNvSpPr/>
          <p:nvPr/>
        </p:nvSpPr>
        <p:spPr>
          <a:xfrm>
            <a:off x="6764343" y="3343650"/>
            <a:ext cx="118235" cy="115307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0" name="加号 59"/>
          <p:cNvSpPr/>
          <p:nvPr/>
        </p:nvSpPr>
        <p:spPr>
          <a:xfrm rot="18910714">
            <a:off x="6800602" y="3378444"/>
            <a:ext cx="45719" cy="45719"/>
          </a:xfrm>
          <a:prstGeom prst="mathPlus">
            <a:avLst>
              <a:gd name="adj1" fmla="val 597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V="1">
            <a:off x="6882578" y="3401303"/>
            <a:ext cx="3472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6800701" y="3203166"/>
            <a:ext cx="438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sum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1" name="矩形: 圆角 70"/>
          <p:cNvSpPr/>
          <p:nvPr/>
        </p:nvSpPr>
        <p:spPr>
          <a:xfrm>
            <a:off x="4548291" y="2983487"/>
            <a:ext cx="333374" cy="2667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h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6369436" y="2983487"/>
            <a:ext cx="365654" cy="2667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hr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7232374" y="3401303"/>
            <a:ext cx="617971" cy="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7167068" y="3203759"/>
            <a:ext cx="652841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softmax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7850345" y="3268388"/>
            <a:ext cx="512384" cy="2667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atten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1" name="连接符: 肘形 80"/>
          <p:cNvCxnSpPr>
            <a:stCxn id="80" idx="3"/>
            <a:endCxn id="83" idx="0"/>
          </p:cNvCxnSpPr>
          <p:nvPr/>
        </p:nvCxnSpPr>
        <p:spPr>
          <a:xfrm>
            <a:off x="8362729" y="3401738"/>
            <a:ext cx="136660" cy="21449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连接符: 肘形 81"/>
          <p:cNvCxnSpPr>
            <a:stCxn id="49" idx="2"/>
            <a:endCxn id="83" idx="4"/>
          </p:cNvCxnSpPr>
          <p:nvPr/>
        </p:nvCxnSpPr>
        <p:spPr>
          <a:xfrm rot="16200000" flipH="1">
            <a:off x="7238019" y="2470169"/>
            <a:ext cx="7402" cy="2515338"/>
          </a:xfrm>
          <a:prstGeom prst="bentConnector3">
            <a:avLst>
              <a:gd name="adj1" fmla="val 318835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流程图: 接点 82"/>
          <p:cNvSpPr/>
          <p:nvPr/>
        </p:nvSpPr>
        <p:spPr>
          <a:xfrm>
            <a:off x="8440271" y="3616232"/>
            <a:ext cx="118235" cy="115307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加号 83"/>
          <p:cNvSpPr/>
          <p:nvPr/>
        </p:nvSpPr>
        <p:spPr>
          <a:xfrm rot="18910714">
            <a:off x="8476530" y="3651026"/>
            <a:ext cx="45719" cy="45719"/>
          </a:xfrm>
          <a:prstGeom prst="mathPlus">
            <a:avLst>
              <a:gd name="adj1" fmla="val 597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89"/>
          <p:cNvCxnSpPr>
            <a:stCxn id="83" idx="6"/>
            <a:endCxn id="110" idx="1"/>
          </p:cNvCxnSpPr>
          <p:nvPr/>
        </p:nvCxnSpPr>
        <p:spPr>
          <a:xfrm flipV="1">
            <a:off x="8558506" y="3673885"/>
            <a:ext cx="6550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8516775" y="3456341"/>
            <a:ext cx="670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Dropout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9213560" y="3540535"/>
            <a:ext cx="440708" cy="2667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Nh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1" name="对话气泡: 矩形 170"/>
          <p:cNvSpPr/>
          <p:nvPr/>
        </p:nvSpPr>
        <p:spPr>
          <a:xfrm rot="5400000">
            <a:off x="6260730" y="477624"/>
            <a:ext cx="1743078" cy="5670254"/>
          </a:xfrm>
          <a:prstGeom prst="wedgeRectCallout">
            <a:avLst>
              <a:gd name="adj1" fmla="val 2246"/>
              <a:gd name="adj2" fmla="val 60493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82" name="直接箭头连接符 181"/>
          <p:cNvCxnSpPr>
            <a:endCxn id="183" idx="1"/>
          </p:cNvCxnSpPr>
          <p:nvPr/>
        </p:nvCxnSpPr>
        <p:spPr>
          <a:xfrm flipV="1">
            <a:off x="4891181" y="3121513"/>
            <a:ext cx="499563" cy="1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矩形: 圆角 182"/>
          <p:cNvSpPr/>
          <p:nvPr/>
        </p:nvSpPr>
        <p:spPr>
          <a:xfrm>
            <a:off x="5390744" y="2988163"/>
            <a:ext cx="366536" cy="2667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hr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297768" y="4374431"/>
            <a:ext cx="4378662" cy="2182203"/>
            <a:chOff x="7108487" y="4371000"/>
            <a:chExt cx="4378662" cy="2182203"/>
          </a:xfrm>
        </p:grpSpPr>
        <p:sp>
          <p:nvSpPr>
            <p:cNvPr id="111" name="对话气泡: 矩形 110"/>
            <p:cNvSpPr/>
            <p:nvPr/>
          </p:nvSpPr>
          <p:spPr>
            <a:xfrm rot="5400000">
              <a:off x="8206716" y="3272771"/>
              <a:ext cx="2182203" cy="4378662"/>
            </a:xfrm>
            <a:prstGeom prst="wedgeRectCallout">
              <a:avLst>
                <a:gd name="adj1" fmla="val -17169"/>
                <a:gd name="adj2" fmla="val 66783"/>
              </a:avLst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矩形: 圆角 111"/>
            <p:cNvSpPr/>
            <p:nvPr/>
          </p:nvSpPr>
          <p:spPr>
            <a:xfrm>
              <a:off x="7344117" y="4516985"/>
              <a:ext cx="345423" cy="2667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h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矩形: 圆角 114"/>
            <p:cNvSpPr/>
            <p:nvPr/>
          </p:nvSpPr>
          <p:spPr>
            <a:xfrm>
              <a:off x="7344117" y="5095012"/>
              <a:ext cx="436398" cy="2667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Nh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16" name="连接符: 肘形 115"/>
            <p:cNvCxnSpPr>
              <a:stCxn id="112" idx="3"/>
              <a:endCxn id="119" idx="0"/>
            </p:cNvCxnSpPr>
            <p:nvPr/>
          </p:nvCxnSpPr>
          <p:spPr>
            <a:xfrm>
              <a:off x="7689540" y="4650335"/>
              <a:ext cx="650962" cy="202859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文本框 117"/>
            <p:cNvSpPr txBox="1"/>
            <p:nvPr/>
          </p:nvSpPr>
          <p:spPr>
            <a:xfrm>
              <a:off x="8363360" y="4702705"/>
              <a:ext cx="5429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Linear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流程图: 接点 118"/>
            <p:cNvSpPr/>
            <p:nvPr/>
          </p:nvSpPr>
          <p:spPr>
            <a:xfrm>
              <a:off x="8281384" y="4853194"/>
              <a:ext cx="118235" cy="115307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加号 119"/>
            <p:cNvSpPr/>
            <p:nvPr/>
          </p:nvSpPr>
          <p:spPr>
            <a:xfrm>
              <a:off x="8317641" y="4887987"/>
              <a:ext cx="45719" cy="45719"/>
            </a:xfrm>
            <a:prstGeom prst="mathPlus">
              <a:avLst>
                <a:gd name="adj1" fmla="val 597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23" name="连接符: 肘形 122"/>
            <p:cNvCxnSpPr>
              <a:stCxn id="115" idx="3"/>
              <a:endCxn id="119" idx="4"/>
            </p:cNvCxnSpPr>
            <p:nvPr/>
          </p:nvCxnSpPr>
          <p:spPr>
            <a:xfrm flipV="1">
              <a:off x="7780515" y="4968501"/>
              <a:ext cx="559987" cy="259861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接箭头连接符 128"/>
            <p:cNvCxnSpPr>
              <a:stCxn id="119" idx="6"/>
            </p:cNvCxnSpPr>
            <p:nvPr/>
          </p:nvCxnSpPr>
          <p:spPr>
            <a:xfrm>
              <a:off x="8399619" y="4910848"/>
              <a:ext cx="535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箭头连接符 130"/>
            <p:cNvCxnSpPr/>
            <p:nvPr/>
          </p:nvCxnSpPr>
          <p:spPr>
            <a:xfrm>
              <a:off x="8935351" y="4910846"/>
              <a:ext cx="892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文本框 132"/>
            <p:cNvSpPr txBox="1"/>
            <p:nvPr/>
          </p:nvSpPr>
          <p:spPr>
            <a:xfrm>
              <a:off x="8929143" y="4701770"/>
              <a:ext cx="838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LeakyReLU</a:t>
              </a:r>
            </a:p>
          </p:txBody>
        </p:sp>
        <p:cxnSp>
          <p:nvCxnSpPr>
            <p:cNvPr id="137" name="连接符: 肘形 136"/>
            <p:cNvCxnSpPr>
              <a:stCxn id="33" idx="3"/>
              <a:endCxn id="157" idx="0"/>
            </p:cNvCxnSpPr>
            <p:nvPr/>
          </p:nvCxnSpPr>
          <p:spPr>
            <a:xfrm>
              <a:off x="7689540" y="5691645"/>
              <a:ext cx="647858" cy="20168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文本框 137"/>
            <p:cNvSpPr txBox="1"/>
            <p:nvPr/>
          </p:nvSpPr>
          <p:spPr>
            <a:xfrm>
              <a:off x="8363360" y="5745585"/>
              <a:ext cx="5429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Linear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41" name="连接符: 肘形 140"/>
            <p:cNvCxnSpPr>
              <a:stCxn id="36" idx="3"/>
              <a:endCxn id="157" idx="4"/>
            </p:cNvCxnSpPr>
            <p:nvPr/>
          </p:nvCxnSpPr>
          <p:spPr>
            <a:xfrm flipV="1">
              <a:off x="7780515" y="6008636"/>
              <a:ext cx="556883" cy="239756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箭头连接符 141"/>
            <p:cNvCxnSpPr/>
            <p:nvPr/>
          </p:nvCxnSpPr>
          <p:spPr>
            <a:xfrm>
              <a:off x="8399619" y="5953728"/>
              <a:ext cx="535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箭头连接符 142"/>
            <p:cNvCxnSpPr/>
            <p:nvPr/>
          </p:nvCxnSpPr>
          <p:spPr>
            <a:xfrm>
              <a:off x="8935351" y="5953726"/>
              <a:ext cx="892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文本框 143"/>
            <p:cNvSpPr txBox="1"/>
            <p:nvPr/>
          </p:nvSpPr>
          <p:spPr>
            <a:xfrm>
              <a:off x="8929143" y="5744650"/>
              <a:ext cx="838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LeakyReLU</a:t>
              </a:r>
            </a:p>
          </p:txBody>
        </p:sp>
        <p:sp>
          <p:nvSpPr>
            <p:cNvPr id="147" name="矩形: 圆角 146"/>
            <p:cNvSpPr/>
            <p:nvPr/>
          </p:nvSpPr>
          <p:spPr>
            <a:xfrm>
              <a:off x="9832954" y="4783685"/>
              <a:ext cx="440708" cy="266700"/>
            </a:xfrm>
            <a:prstGeom prst="roundRect">
              <a:avLst/>
            </a:prstGeom>
            <a:solidFill>
              <a:srgbClr val="E76254"/>
            </a:solidFill>
            <a:ln>
              <a:solidFill>
                <a:srgbClr val="B925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O</a:t>
              </a: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" name="矩形: 圆角 147"/>
            <p:cNvSpPr/>
            <p:nvPr/>
          </p:nvSpPr>
          <p:spPr>
            <a:xfrm>
              <a:off x="9827526" y="5817633"/>
              <a:ext cx="440708" cy="266700"/>
            </a:xfrm>
            <a:prstGeom prst="roundRect">
              <a:avLst/>
            </a:prstGeom>
            <a:solidFill>
              <a:srgbClr val="E76254"/>
            </a:solidFill>
            <a:ln>
              <a:solidFill>
                <a:srgbClr val="B925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O</a:t>
              </a: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49" name="连接符: 肘形 148"/>
            <p:cNvCxnSpPr>
              <a:stCxn id="147" idx="3"/>
              <a:endCxn id="150" idx="0"/>
            </p:cNvCxnSpPr>
            <p:nvPr/>
          </p:nvCxnSpPr>
          <p:spPr>
            <a:xfrm>
              <a:off x="10273662" y="4917035"/>
              <a:ext cx="189046" cy="389372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流程图: 接点 149"/>
            <p:cNvSpPr/>
            <p:nvPr/>
          </p:nvSpPr>
          <p:spPr>
            <a:xfrm>
              <a:off x="10403590" y="5306407"/>
              <a:ext cx="118235" cy="115307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" name="加号 150"/>
            <p:cNvSpPr/>
            <p:nvPr/>
          </p:nvSpPr>
          <p:spPr>
            <a:xfrm>
              <a:off x="10439847" y="5341200"/>
              <a:ext cx="45719" cy="45719"/>
            </a:xfrm>
            <a:prstGeom prst="mathPlus">
              <a:avLst>
                <a:gd name="adj1" fmla="val 597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52" name="连接符: 肘形 151"/>
            <p:cNvCxnSpPr>
              <a:stCxn id="148" idx="3"/>
              <a:endCxn id="150" idx="4"/>
            </p:cNvCxnSpPr>
            <p:nvPr/>
          </p:nvCxnSpPr>
          <p:spPr>
            <a:xfrm flipV="1">
              <a:off x="10268234" y="5421714"/>
              <a:ext cx="194474" cy="529269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7" name="流程图: 接点 156"/>
            <p:cNvSpPr/>
            <p:nvPr/>
          </p:nvSpPr>
          <p:spPr>
            <a:xfrm>
              <a:off x="8278280" y="5893329"/>
              <a:ext cx="118235" cy="115307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" name="加号 157"/>
            <p:cNvSpPr/>
            <p:nvPr/>
          </p:nvSpPr>
          <p:spPr>
            <a:xfrm rot="18910714">
              <a:off x="8314539" y="5928123"/>
              <a:ext cx="45719" cy="45719"/>
            </a:xfrm>
            <a:prstGeom prst="mathPlus">
              <a:avLst>
                <a:gd name="adj1" fmla="val 597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65" name="直接箭头连接符 164"/>
            <p:cNvCxnSpPr>
              <a:stCxn id="150" idx="6"/>
              <a:endCxn id="166" idx="1"/>
            </p:cNvCxnSpPr>
            <p:nvPr/>
          </p:nvCxnSpPr>
          <p:spPr>
            <a:xfrm flipV="1">
              <a:off x="10521825" y="5361712"/>
              <a:ext cx="307955" cy="23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矩形: 圆角 165"/>
            <p:cNvSpPr/>
            <p:nvPr/>
          </p:nvSpPr>
          <p:spPr>
            <a:xfrm>
              <a:off x="10829780" y="5228362"/>
              <a:ext cx="440708" cy="266700"/>
            </a:xfrm>
            <a:prstGeom prst="roundRect">
              <a:avLst/>
            </a:prstGeom>
            <a:solidFill>
              <a:srgbClr val="E76254"/>
            </a:solidFill>
            <a:ln>
              <a:solidFill>
                <a:srgbClr val="B925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h_e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7344117" y="5558295"/>
              <a:ext cx="345423" cy="2667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h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矩形: 圆角 35"/>
            <p:cNvSpPr/>
            <p:nvPr/>
          </p:nvSpPr>
          <p:spPr>
            <a:xfrm>
              <a:off x="7344117" y="6115042"/>
              <a:ext cx="436398" cy="2667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rPr>
                <a:t>Nh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40" name="直接箭头连接符 39"/>
          <p:cNvCxnSpPr>
            <a:stCxn id="6" idx="3"/>
            <a:endCxn id="43" idx="1"/>
          </p:cNvCxnSpPr>
          <p:nvPr/>
        </p:nvCxnSpPr>
        <p:spPr>
          <a:xfrm flipV="1">
            <a:off x="3499679" y="606454"/>
            <a:ext cx="825663" cy="229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6" idx="3"/>
            <a:endCxn id="53" idx="1"/>
          </p:cNvCxnSpPr>
          <p:nvPr/>
        </p:nvCxnSpPr>
        <p:spPr>
          <a:xfrm>
            <a:off x="3499679" y="835848"/>
            <a:ext cx="825663" cy="310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: 圆角 42"/>
          <p:cNvSpPr/>
          <p:nvPr/>
        </p:nvSpPr>
        <p:spPr>
          <a:xfrm>
            <a:off x="4325342" y="472728"/>
            <a:ext cx="759861" cy="267452"/>
          </a:xfrm>
          <a:prstGeom prst="roundRect">
            <a:avLst/>
          </a:prstGeom>
          <a:solidFill>
            <a:srgbClr val="8AB0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ent_embs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4325342" y="1013032"/>
            <a:ext cx="759861" cy="267452"/>
          </a:xfrm>
          <a:prstGeom prst="roundRect">
            <a:avLst/>
          </a:prstGeom>
          <a:solidFill>
            <a:srgbClr val="8AB07C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rel_embs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9" name="直接箭头连接符 68"/>
          <p:cNvCxnSpPr>
            <a:stCxn id="7" idx="3"/>
            <a:endCxn id="73" idx="1"/>
          </p:cNvCxnSpPr>
          <p:nvPr/>
        </p:nvCxnSpPr>
        <p:spPr>
          <a:xfrm flipV="1">
            <a:off x="3480824" y="1573727"/>
            <a:ext cx="844518" cy="24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7" idx="3"/>
            <a:endCxn id="74" idx="1"/>
          </p:cNvCxnSpPr>
          <p:nvPr/>
        </p:nvCxnSpPr>
        <p:spPr>
          <a:xfrm>
            <a:off x="3480824" y="1818440"/>
            <a:ext cx="844518" cy="295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: 圆角 72"/>
          <p:cNvSpPr/>
          <p:nvPr/>
        </p:nvSpPr>
        <p:spPr>
          <a:xfrm>
            <a:off x="4325342" y="1440001"/>
            <a:ext cx="759861" cy="267452"/>
          </a:xfrm>
          <a:prstGeom prst="roundRect">
            <a:avLst/>
          </a:prstGeom>
          <a:solidFill>
            <a:srgbClr val="E58B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adj_ent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4" name="矩形: 圆角 73"/>
          <p:cNvSpPr/>
          <p:nvPr/>
        </p:nvSpPr>
        <p:spPr>
          <a:xfrm>
            <a:off x="4325342" y="1980305"/>
            <a:ext cx="759861" cy="267452"/>
          </a:xfrm>
          <a:prstGeom prst="roundRect">
            <a:avLst/>
          </a:prstGeom>
          <a:solidFill>
            <a:srgbClr val="E58B7B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adj_ rel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7" name="直接箭头连接符 86"/>
          <p:cNvCxnSpPr>
            <a:stCxn id="73" idx="3"/>
            <a:endCxn id="95" idx="1"/>
          </p:cNvCxnSpPr>
          <p:nvPr/>
        </p:nvCxnSpPr>
        <p:spPr>
          <a:xfrm>
            <a:off x="5085203" y="1573727"/>
            <a:ext cx="527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74" idx="3"/>
            <a:endCxn id="96" idx="1"/>
          </p:cNvCxnSpPr>
          <p:nvPr/>
        </p:nvCxnSpPr>
        <p:spPr>
          <a:xfrm>
            <a:off x="5085203" y="2114031"/>
            <a:ext cx="529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矩形: 圆角 94"/>
          <p:cNvSpPr/>
          <p:nvPr/>
        </p:nvSpPr>
        <p:spPr>
          <a:xfrm>
            <a:off x="5612586" y="1440001"/>
            <a:ext cx="759861" cy="267452"/>
          </a:xfrm>
          <a:prstGeom prst="roundRect">
            <a:avLst/>
          </a:prstGeom>
          <a:solidFill>
            <a:srgbClr val="E58B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e_ids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5614937" y="1980305"/>
            <a:ext cx="759861" cy="267452"/>
          </a:xfrm>
          <a:prstGeom prst="roundRect">
            <a:avLst/>
          </a:prstGeom>
          <a:solidFill>
            <a:srgbClr val="E58B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r_ids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101</Words>
  <Application>Microsoft Office PowerPoint</Application>
  <PresentationFormat>宽屏</PresentationFormat>
  <Paragraphs>69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 Regular</vt:lpstr>
      <vt:lpstr>等线</vt:lpstr>
      <vt:lpstr>等线 Light</vt:lpstr>
      <vt:lpstr>Arial</vt:lpstr>
      <vt:lpstr>Calibri</vt:lpstr>
      <vt:lpstr>WPS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杨艳婷</dc:creator>
  <cp:lastModifiedBy>艳婷 杨</cp:lastModifiedBy>
  <cp:revision>8</cp:revision>
  <dcterms:created xsi:type="dcterms:W3CDTF">2023-08-09T12:44:00Z</dcterms:created>
  <dcterms:modified xsi:type="dcterms:W3CDTF">2025-10-10T06:55:38Z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